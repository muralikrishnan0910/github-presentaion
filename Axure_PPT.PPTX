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78" r:id="rId2"/>
    <p:sldId id="279" r:id="rId3"/>
    <p:sldId id="330" r:id="rId4"/>
    <p:sldId id="320" r:id="rId5"/>
    <p:sldId id="323" r:id="rId6"/>
    <p:sldId id="322" r:id="rId7"/>
    <p:sldId id="331" r:id="rId8"/>
    <p:sldId id="332" r:id="rId9"/>
    <p:sldId id="334" r:id="rId10"/>
    <p:sldId id="333" r:id="rId11"/>
    <p:sldId id="324" r:id="rId12"/>
    <p:sldId id="328" r:id="rId13"/>
    <p:sldId id="325" r:id="rId14"/>
    <p:sldId id="280" r:id="rId15"/>
    <p:sldId id="319" r:id="rId16"/>
    <p:sldId id="329" r:id="rId17"/>
    <p:sldId id="327" r:id="rId18"/>
    <p:sldId id="284" r:id="rId19"/>
    <p:sldId id="285" r:id="rId20"/>
    <p:sldId id="326" r:id="rId21"/>
    <p:sldId id="318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00"/>
    <a:srgbClr val="BCBCC2"/>
    <a:srgbClr val="F0F5FA"/>
    <a:srgbClr val="D6D5DD"/>
    <a:srgbClr val="B2B2B2"/>
    <a:srgbClr val="D5D5DD"/>
    <a:srgbClr val="F5F5F5"/>
    <a:srgbClr val="F7F7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5273" autoAdjust="0"/>
  </p:normalViewPr>
  <p:slideViewPr>
    <p:cSldViewPr snapToGrid="0">
      <p:cViewPr varScale="1">
        <p:scale>
          <a:sx n="70" d="100"/>
          <a:sy n="70" d="100"/>
        </p:scale>
        <p:origin x="-1380" y="-90"/>
      </p:cViewPr>
      <p:guideLst>
        <p:guide orient="horz" pos="2179"/>
        <p:guide orient="horz" pos="899"/>
        <p:guide orient="horz" pos="717"/>
        <p:guide pos="216"/>
        <p:guide pos="2519"/>
      </p:guideLst>
    </p:cSldViewPr>
  </p:slideViewPr>
  <p:outlineViewPr>
    <p:cViewPr>
      <p:scale>
        <a:sx n="33" d="100"/>
        <a:sy n="33" d="100"/>
      </p:scale>
      <p:origin x="0" y="1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156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F76E2-1690-42D9-B97E-3716C34F5BFD}" type="datetimeFigureOut">
              <a:rPr lang="en-US" smtClean="0"/>
              <a:pPr/>
              <a:t>01-Dec-14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74916-5E49-47DA-9479-CA65F75A9D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5265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4EA59-944E-4281-A478-35103B210C5B}" type="datetimeFigureOut">
              <a:rPr lang="en-US" smtClean="0"/>
              <a:pPr/>
              <a:t>01-Dec-14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42486-5E2C-4EA2-91EF-F87A43DB75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1455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JAXL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6F43A-5D43-4536-B59E-F7B276D4A2FF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6F43A-5D43-4536-B59E-F7B276D4A2FF}" type="slidenum">
              <a:rPr lang="en-US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6" descr="Bolar_ConceptCarSketch_18Sep2012.jpg"/>
          <p:cNvPicPr>
            <a:picLocks noChangeAspect="1"/>
          </p:cNvPicPr>
          <p:nvPr userDrawn="1"/>
        </p:nvPicPr>
        <p:blipFill>
          <a:blip r:embed="rId2" cstate="print"/>
          <a:srcRect t="3108" r="-1923" b="6305"/>
          <a:stretch>
            <a:fillRect/>
          </a:stretch>
        </p:blipFill>
        <p:spPr bwMode="auto">
          <a:xfrm>
            <a:off x="-9525" y="1840678"/>
            <a:ext cx="1929400" cy="8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8" name="Group 33"/>
          <p:cNvGrpSpPr/>
          <p:nvPr userDrawn="1"/>
        </p:nvGrpSpPr>
        <p:grpSpPr>
          <a:xfrm>
            <a:off x="4195893" y="3052512"/>
            <a:ext cx="1815604" cy="1470555"/>
            <a:chOff x="2809875" y="1473200"/>
            <a:chExt cx="4762500" cy="3857402"/>
          </a:xfrm>
        </p:grpSpPr>
        <p:pic>
          <p:nvPicPr>
            <p:cNvPr id="70" name="Picture 9" descr="http://www-bgr-com.vimg.net/wp-content/uploads/2011/02/galaxy-tab-off2110203161646.jpeg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r="19005"/>
            <a:stretch/>
          </p:blipFill>
          <p:spPr bwMode="auto">
            <a:xfrm rot="5400000">
              <a:off x="3262424" y="1020651"/>
              <a:ext cx="3857402" cy="4762500"/>
            </a:xfrm>
            <a:prstGeom prst="rect">
              <a:avLst/>
            </a:prstGeom>
            <a:noFill/>
          </p:spPr>
        </p:pic>
        <p:pic>
          <p:nvPicPr>
            <p:cNvPr id="71" name="Picture 2" descr="C:\Users\15011\Pictures\Tablet\SC20120224-220529.jpg"/>
            <p:cNvPicPr>
              <a:picLocks noChangeAspect="1" noChangeArrowheads="1"/>
            </p:cNvPicPr>
            <p:nvPr/>
          </p:nvPicPr>
          <p:blipFill>
            <a:blip r:embed="rId4" cstate="print"/>
            <a:srcRect l="341" t="1164" r="686" b="9283"/>
            <a:stretch>
              <a:fillRect/>
            </a:stretch>
          </p:blipFill>
          <p:spPr bwMode="auto">
            <a:xfrm>
              <a:off x="3238500" y="2819400"/>
              <a:ext cx="3683000" cy="2082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" name="Picture 13" descr="C:\Users\user\Desktop\new_screens1\customize_my_BI.png"/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t="1674"/>
          <a:stretch/>
        </p:blipFill>
        <p:spPr bwMode="auto">
          <a:xfrm>
            <a:off x="8311620" y="1874004"/>
            <a:ext cx="828736" cy="152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2" descr="G:\Images\For Brochure\Fotolia_612138_M.jpg"/>
          <p:cNvPicPr>
            <a:picLocks noChangeAspect="1" noChangeArrowheads="1"/>
          </p:cNvPicPr>
          <p:nvPr userDrawn="1"/>
        </p:nvPicPr>
        <p:blipFill>
          <a:blip r:embed="rId6" cstate="print">
            <a:duotone>
              <a:prstClr val="black"/>
              <a:schemeClr val="tx2">
                <a:lumMod val="60000"/>
                <a:lumOff val="40000"/>
                <a:tint val="45000"/>
                <a:satMod val="400000"/>
              </a:schemeClr>
            </a:duotone>
            <a:lum contrast="20000"/>
          </a:blip>
          <a:srcRect/>
          <a:stretch>
            <a:fillRect/>
          </a:stretch>
        </p:blipFill>
        <p:spPr bwMode="auto">
          <a:xfrm>
            <a:off x="-10274" y="2619265"/>
            <a:ext cx="1906183" cy="1868973"/>
          </a:xfrm>
          <a:prstGeom prst="rect">
            <a:avLst/>
          </a:prstGeom>
          <a:noFill/>
        </p:spPr>
      </p:pic>
      <p:pic>
        <p:nvPicPr>
          <p:cNvPr id="63" name="Picture 5" descr="G:\Images\For Brochure\iStock_000008917301Medium.jpg"/>
          <p:cNvPicPr>
            <a:picLocks noChangeAspect="1" noChangeArrowheads="1"/>
          </p:cNvPicPr>
          <p:nvPr userDrawn="1"/>
        </p:nvPicPr>
        <p:blipFill rotWithShape="1">
          <a:blip r:embed="rId7" cstate="print"/>
          <a:srcRect t="4480" b="53029"/>
          <a:stretch/>
        </p:blipFill>
        <p:spPr bwMode="auto">
          <a:xfrm>
            <a:off x="5993028" y="3426011"/>
            <a:ext cx="1662660" cy="1062227"/>
          </a:xfrm>
          <a:prstGeom prst="rect">
            <a:avLst/>
          </a:prstGeom>
          <a:noFill/>
        </p:spPr>
      </p:pic>
      <p:pic>
        <p:nvPicPr>
          <p:cNvPr id="64" name="Picture 4"/>
          <p:cNvPicPr>
            <a:picLocks noChangeAspect="1" noChangeArrowheads="1"/>
          </p:cNvPicPr>
          <p:nvPr userDrawn="1"/>
        </p:nvPicPr>
        <p:blipFill rotWithShape="1">
          <a:blip r:embed="rId8" cstate="print"/>
          <a:srcRect l="41667" t="25464" r="25000" b="13032"/>
          <a:stretch/>
        </p:blipFill>
        <p:spPr bwMode="auto">
          <a:xfrm>
            <a:off x="1941061" y="3426011"/>
            <a:ext cx="2252791" cy="1062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" name="Picture 5"/>
          <p:cNvPicPr>
            <a:picLocks noChangeAspect="1" noChangeArrowheads="1"/>
          </p:cNvPicPr>
          <p:nvPr userDrawn="1"/>
        </p:nvPicPr>
        <p:blipFill rotWithShape="1">
          <a:blip r:embed="rId9" cstate="print"/>
          <a:srcRect l="36898" t="-94" r="35914" b="1635"/>
          <a:stretch/>
        </p:blipFill>
        <p:spPr bwMode="auto">
          <a:xfrm>
            <a:off x="3869751" y="1893242"/>
            <a:ext cx="1799745" cy="147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3"/>
          <p:cNvPicPr>
            <a:picLocks noChangeAspect="1" noChangeArrowheads="1"/>
          </p:cNvPicPr>
          <p:nvPr userDrawn="1"/>
        </p:nvPicPr>
        <p:blipFill rotWithShape="1">
          <a:blip r:embed="rId10" cstate="print"/>
          <a:srcRect l="17107" r="4164"/>
          <a:stretch/>
        </p:blipFill>
        <p:spPr bwMode="auto">
          <a:xfrm>
            <a:off x="7717137" y="3426011"/>
            <a:ext cx="1382927" cy="1062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Straight Connector 67"/>
          <p:cNvCxnSpPr/>
          <p:nvPr userDrawn="1"/>
        </p:nvCxnSpPr>
        <p:spPr>
          <a:xfrm>
            <a:off x="-1005" y="1835028"/>
            <a:ext cx="912161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 userDrawn="1"/>
        </p:nvCxnSpPr>
        <p:spPr>
          <a:xfrm>
            <a:off x="-1005" y="4550801"/>
            <a:ext cx="912161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itle 72"/>
          <p:cNvSpPr>
            <a:spLocks noGrp="1"/>
          </p:cNvSpPr>
          <p:nvPr userDrawn="1">
            <p:ph type="title"/>
          </p:nvPr>
        </p:nvSpPr>
        <p:spPr>
          <a:xfrm>
            <a:off x="304800" y="4724717"/>
            <a:ext cx="8058912" cy="578803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75" name="Content Placeholder 74"/>
          <p:cNvSpPr>
            <a:spLocks noGrp="1"/>
          </p:cNvSpPr>
          <p:nvPr userDrawn="1">
            <p:ph sz="quarter" idx="10"/>
          </p:nvPr>
        </p:nvSpPr>
        <p:spPr>
          <a:xfrm>
            <a:off x="328613" y="5376293"/>
            <a:ext cx="8010525" cy="755651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25" name="Picture 2" descr="C:\Users\14001\AppData\Local\Temp\Save for Web\BrowserPreview_001.tmp\BrowserPreview.jpg"/>
          <p:cNvPicPr preferRelativeResize="0"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22413" y="1893240"/>
            <a:ext cx="2570400" cy="1476000"/>
          </a:xfrm>
          <a:prstGeom prst="rect">
            <a:avLst/>
          </a:prstGeom>
          <a:noFill/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703" r="12974"/>
          <a:stretch/>
        </p:blipFill>
        <p:spPr>
          <a:xfrm>
            <a:off x="1951339" y="1893244"/>
            <a:ext cx="1875703" cy="1476729"/>
          </a:xfrm>
          <a:prstGeom prst="rect">
            <a:avLst/>
          </a:prstGeom>
        </p:spPr>
      </p:pic>
      <p:pic>
        <p:nvPicPr>
          <p:cNvPr id="1026" name="Picture 2" descr="E:\Designs\Downloaded\iStockphoto_download\images\iStock_000012708505Medium.jpg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312" t="50" r="9223" b="-50"/>
          <a:stretch/>
        </p:blipFill>
        <p:spPr bwMode="auto">
          <a:xfrm>
            <a:off x="1951340" y="1893244"/>
            <a:ext cx="1875702" cy="147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779" y="416182"/>
            <a:ext cx="1460282" cy="629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587916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660181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66649"/>
            <a:ext cx="8610600" cy="4959523"/>
          </a:xfrm>
        </p:spPr>
        <p:txBody>
          <a:bodyPr>
            <a:normAutofit/>
          </a:bodyPr>
          <a:lstStyle>
            <a:lvl1pPr marL="231775" indent="-231775">
              <a:buFont typeface="Arial" pitchFamily="34" charset="0"/>
              <a:buChar char="•"/>
              <a:defRPr sz="1400"/>
            </a:lvl1pPr>
            <a:lvl2pPr marL="457200" indent="-223838">
              <a:buFont typeface="Arial" pitchFamily="34" charset="0"/>
              <a:buChar char="–"/>
              <a:defRPr sz="1400"/>
            </a:lvl2pPr>
            <a:lvl3pPr marL="690563" indent="-233363">
              <a:tabLst/>
              <a:defRPr sz="1400"/>
            </a:lvl3pPr>
            <a:lvl4pPr marL="914400" indent="-223838">
              <a:defRPr sz="1400"/>
            </a:lvl4pPr>
            <a:lvl5pPr marL="1147763" indent="-233363">
              <a:tabLst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AC14B-E1F1-4205-9055-254E82C5FEAC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7253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Case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526" y="1138238"/>
            <a:ext cx="5362574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463550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688975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04800" y="1138238"/>
            <a:ext cx="1744337" cy="942249"/>
          </a:xfrm>
          <a:ln>
            <a:solidFill>
              <a:schemeClr val="bg1">
                <a:lumMod val="50000"/>
              </a:schemeClr>
            </a:solidFill>
          </a:ln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23" name="Content Placeholder 2"/>
          <p:cNvSpPr>
            <a:spLocks noGrp="1"/>
          </p:cNvSpPr>
          <p:nvPr>
            <p:ph idx="11"/>
          </p:nvPr>
        </p:nvSpPr>
        <p:spPr>
          <a:xfrm>
            <a:off x="2295526" y="2558265"/>
            <a:ext cx="5362574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04800" y="2558265"/>
            <a:ext cx="1744337" cy="942249"/>
          </a:xfrm>
          <a:ln>
            <a:solidFill>
              <a:schemeClr val="bg1">
                <a:lumMod val="50000"/>
              </a:schemeClr>
            </a:solidFill>
          </a:ln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13"/>
          </p:nvPr>
        </p:nvSpPr>
        <p:spPr>
          <a:xfrm>
            <a:off x="2295526" y="3956407"/>
            <a:ext cx="5362574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304800" y="3956407"/>
            <a:ext cx="1744337" cy="942249"/>
          </a:xfrm>
          <a:ln>
            <a:solidFill>
              <a:schemeClr val="bg1">
                <a:lumMod val="50000"/>
              </a:schemeClr>
            </a:solidFill>
          </a:ln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15"/>
          </p:nvPr>
        </p:nvSpPr>
        <p:spPr>
          <a:xfrm>
            <a:off x="2295526" y="5359399"/>
            <a:ext cx="5362574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8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04800" y="5359399"/>
            <a:ext cx="1744337" cy="942249"/>
          </a:xfrm>
          <a:ln>
            <a:solidFill>
              <a:schemeClr val="bg1">
                <a:lumMod val="50000"/>
              </a:schemeClr>
            </a:solidFill>
          </a:ln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74875C2-2082-407A-A731-2E7E9286F2CE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50156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Case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44" y="1427163"/>
            <a:ext cx="3918856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463550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688975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04800" y="1415636"/>
            <a:ext cx="2046514" cy="1070880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23" name="Content Placeholder 2"/>
          <p:cNvSpPr>
            <a:spLocks noGrp="1"/>
          </p:cNvSpPr>
          <p:nvPr>
            <p:ph idx="11"/>
          </p:nvPr>
        </p:nvSpPr>
        <p:spPr>
          <a:xfrm>
            <a:off x="2481944" y="3183981"/>
            <a:ext cx="3918856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04800" y="3183981"/>
            <a:ext cx="2046514" cy="1070880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13"/>
          </p:nvPr>
        </p:nvSpPr>
        <p:spPr>
          <a:xfrm>
            <a:off x="2481944" y="4985075"/>
            <a:ext cx="3918856" cy="1073149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304800" y="4973548"/>
            <a:ext cx="2046514" cy="1070880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68947" y="4648200"/>
            <a:ext cx="61417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268947" y="2865783"/>
            <a:ext cx="61417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925236A-59B3-4E0B-947F-1C8A38360667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641526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Case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44" y="1427162"/>
            <a:ext cx="3918856" cy="2113577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463550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688975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04800" y="1415635"/>
            <a:ext cx="2046514" cy="2109108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23" name="Content Placeholder 2"/>
          <p:cNvSpPr>
            <a:spLocks noGrp="1"/>
          </p:cNvSpPr>
          <p:nvPr>
            <p:ph idx="11"/>
          </p:nvPr>
        </p:nvSpPr>
        <p:spPr>
          <a:xfrm>
            <a:off x="2481944" y="4068562"/>
            <a:ext cx="3918856" cy="2113577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04800" y="4068562"/>
            <a:ext cx="2046514" cy="2109108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8947" y="3804295"/>
            <a:ext cx="61417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B9EDEC6-59D7-4C75-8003-54138EBA5561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0315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Case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127" y="2370832"/>
            <a:ext cx="3236494" cy="1126093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233869" y="1247740"/>
            <a:ext cx="2108694" cy="1048951"/>
          </a:xfrm>
          <a:solidFill>
            <a:schemeClr val="bg1">
              <a:lumMod val="95000"/>
            </a:schemeClr>
          </a:solidFill>
          <a:ln w="3175">
            <a:solidFill>
              <a:srgbClr val="BCBCC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lIns="91440" tIns="91440" rIns="91440" bIns="91440" anchor="ctr">
            <a:normAutofit/>
          </a:bodyPr>
          <a:lstStyle>
            <a:lvl1pPr marL="115888" indent="-115888" algn="ctr">
              <a:defRPr sz="1000"/>
            </a:lvl1pPr>
          </a:lstStyle>
          <a:p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672127" y="5048676"/>
            <a:ext cx="3236494" cy="1126093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1236428" y="3925584"/>
            <a:ext cx="2106338" cy="104895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lIns="91440" tIns="91440" rIns="91440" bIns="91440" anchor="ctr">
            <a:normAutofit/>
          </a:bodyPr>
          <a:lstStyle>
            <a:lvl1pPr marL="115888" indent="-115888" algn="ctr">
              <a:defRPr sz="1000"/>
            </a:lvl1pPr>
          </a:lstStyle>
          <a:p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5208863" y="2370832"/>
            <a:ext cx="3236494" cy="1126093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773941" y="1247740"/>
            <a:ext cx="2106338" cy="104895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lIns="91440" tIns="91440" rIns="91440" bIns="91440" anchor="ctr">
            <a:normAutofit/>
          </a:bodyPr>
          <a:lstStyle>
            <a:lvl1pPr marL="115888" indent="-115888" algn="ctr">
              <a:defRPr sz="1000"/>
            </a:lvl1pPr>
          </a:lstStyle>
          <a:p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idx="15"/>
          </p:nvPr>
        </p:nvSpPr>
        <p:spPr>
          <a:xfrm>
            <a:off x="5208863" y="5048676"/>
            <a:ext cx="3236494" cy="1126093"/>
          </a:xfrm>
        </p:spPr>
        <p:txBody>
          <a:bodyPr tIns="0" rIns="0" bIns="0">
            <a:norm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223838" indent="-223838">
              <a:buFont typeface="Arial" pitchFamily="34" charset="0"/>
              <a:buChar char="•"/>
              <a:defRPr sz="1200">
                <a:solidFill>
                  <a:schemeClr val="tx1">
                    <a:lumMod val="75000"/>
                  </a:schemeClr>
                </a:solidFill>
              </a:defRPr>
            </a:lvl2pPr>
            <a:lvl3pPr marL="690563" indent="-233363">
              <a:buFont typeface="Arial" pitchFamily="34" charset="0"/>
              <a:buChar char="›"/>
              <a:tabLst/>
              <a:defRPr sz="1200">
                <a:solidFill>
                  <a:schemeClr val="tx1">
                    <a:lumMod val="75000"/>
                  </a:schemeClr>
                </a:solidFill>
              </a:defRPr>
            </a:lvl3pPr>
            <a:lvl4pPr marL="914400" indent="-223838">
              <a:defRPr sz="1200">
                <a:solidFill>
                  <a:schemeClr val="tx1">
                    <a:lumMod val="75000"/>
                  </a:schemeClr>
                </a:solidFill>
              </a:defRPr>
            </a:lvl4pPr>
            <a:lvl5pPr marL="1147763" indent="-233363">
              <a:tabLst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5773941" y="3925584"/>
            <a:ext cx="2106338" cy="104895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lIns="91440" tIns="91440" rIns="91440" bIns="91440" anchor="ctr">
            <a:normAutofit/>
          </a:bodyPr>
          <a:lstStyle>
            <a:lvl1pPr marL="115888" indent="-115888" algn="ctr">
              <a:defRPr sz="1000"/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AB34510-ED3A-4F84-BC70-4F2E13D9273F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0758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469343"/>
            <a:ext cx="8610600" cy="2656828"/>
          </a:xfrm>
        </p:spPr>
        <p:txBody>
          <a:bodyPr>
            <a:normAutofit/>
          </a:bodyPr>
          <a:lstStyle>
            <a:lvl1pPr marL="285750" indent="-285750">
              <a:buFont typeface="Arial" pitchFamily="34" charset="0"/>
              <a:buChar char="•"/>
              <a:defRPr sz="1400"/>
            </a:lvl1pPr>
            <a:lvl2pPr marL="457200" indent="-223838">
              <a:buFont typeface="Arial" pitchFamily="34" charset="0"/>
              <a:buChar char="›"/>
              <a:defRPr sz="1400"/>
            </a:lvl2pPr>
            <a:lvl3pPr marL="690563" indent="-233363">
              <a:tabLst/>
              <a:defRPr sz="1400"/>
            </a:lvl3pPr>
            <a:lvl4pPr marL="914400" indent="-223838">
              <a:defRPr sz="1400"/>
            </a:lvl4pPr>
            <a:lvl5pPr marL="1147763" indent="-233363">
              <a:tabLst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04800" y="1425577"/>
            <a:ext cx="2743200" cy="1482995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3218330" y="1425577"/>
            <a:ext cx="2743200" cy="1482995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140823" y="1425577"/>
            <a:ext cx="2743200" cy="1482995"/>
          </a:xfrm>
        </p:spPr>
        <p:txBody>
          <a:bodyPr tIns="0" rIns="0" bIns="0">
            <a:normAutofit/>
          </a:bodyPr>
          <a:lstStyle>
            <a:lvl1pPr marL="115888" indent="-115888">
              <a:defRPr sz="1000"/>
            </a:lvl1pPr>
          </a:lstStyle>
          <a:p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70AB040-CE1B-45B1-BADF-4381605D5C75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1339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66650"/>
            <a:ext cx="4338856" cy="2973836"/>
          </a:xfrm>
        </p:spPr>
        <p:txBody>
          <a:bodyPr>
            <a:normAutofit/>
          </a:bodyPr>
          <a:lstStyle>
            <a:lvl1pPr marL="231775" indent="-231775">
              <a:spcBef>
                <a:spcPts val="600"/>
              </a:spcBef>
              <a:buFont typeface="Arial" pitchFamily="34" charset="0"/>
              <a:buChar char="•"/>
              <a:defRPr sz="1600" b="1"/>
            </a:lvl1pPr>
            <a:lvl2pPr marL="457200" indent="-223838">
              <a:spcBef>
                <a:spcPts val="600"/>
              </a:spcBef>
              <a:buFont typeface="Arial" pitchFamily="34" charset="0"/>
              <a:buChar char="–"/>
              <a:defRPr sz="1600"/>
            </a:lvl2pPr>
            <a:lvl3pPr marL="690563" indent="-233363">
              <a:spcBef>
                <a:spcPts val="600"/>
              </a:spcBef>
              <a:tabLst/>
              <a:defRPr sz="1600"/>
            </a:lvl3pPr>
            <a:lvl4pPr marL="914400" indent="-223838">
              <a:spcBef>
                <a:spcPts val="600"/>
              </a:spcBef>
              <a:defRPr sz="1600"/>
            </a:lvl4pPr>
            <a:lvl5pPr marL="1147763" indent="-233363">
              <a:spcBef>
                <a:spcPts val="600"/>
              </a:spcBef>
              <a:tabLst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338521" y="4390704"/>
            <a:ext cx="8610270" cy="1542224"/>
            <a:chOff x="338521" y="4390704"/>
            <a:chExt cx="8610270" cy="1542224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338521" y="5275552"/>
              <a:ext cx="861027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 userDrawn="1"/>
          </p:nvCxnSpPr>
          <p:spPr>
            <a:xfrm>
              <a:off x="338521" y="5932928"/>
              <a:ext cx="861027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338521" y="4390704"/>
              <a:ext cx="861027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338139" y="4592282"/>
            <a:ext cx="1500936" cy="462604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 smtClean="0"/>
              <a:t>Tools and</a:t>
            </a:r>
            <a:br>
              <a:rPr lang="en-US" dirty="0" smtClean="0"/>
            </a:br>
            <a:r>
              <a:rPr lang="en-US" dirty="0" smtClean="0"/>
              <a:t>Technologies</a:t>
            </a:r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38139" y="5488112"/>
            <a:ext cx="1500936" cy="255142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 smtClean="0"/>
              <a:t>Customers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2057399" y="4592282"/>
            <a:ext cx="2442681" cy="462604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400" b="0"/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057399" y="5488112"/>
            <a:ext cx="2442681" cy="255142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400" b="0"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97D536-F0F2-4220-8924-1B583A387501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5976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042" y="4406925"/>
            <a:ext cx="862373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042" y="2906722"/>
            <a:ext cx="862373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rot="5400000">
            <a:off x="2682683" y="737316"/>
            <a:ext cx="1371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3521265" y="521605"/>
            <a:ext cx="5596993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spc="-7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Defiance Technologies Limited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A Hinduja Group Company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91029" y="369226"/>
            <a:ext cx="2209372" cy="803551"/>
            <a:chOff x="610027" y="415649"/>
            <a:chExt cx="2552810" cy="955951"/>
          </a:xfrm>
        </p:grpSpPr>
        <p:sp>
          <p:nvSpPr>
            <p:cNvPr id="12" name="Freeform 196"/>
            <p:cNvSpPr>
              <a:spLocks/>
            </p:cNvSpPr>
            <p:nvPr/>
          </p:nvSpPr>
          <p:spPr bwMode="auto">
            <a:xfrm>
              <a:off x="1427896" y="562449"/>
              <a:ext cx="702684" cy="176360"/>
            </a:xfrm>
            <a:custGeom>
              <a:avLst/>
              <a:gdLst/>
              <a:ahLst/>
              <a:cxnLst>
                <a:cxn ang="0">
                  <a:pos x="171" y="204"/>
                </a:cxn>
                <a:cxn ang="0">
                  <a:pos x="177" y="181"/>
                </a:cxn>
                <a:cxn ang="0">
                  <a:pos x="191" y="160"/>
                </a:cxn>
                <a:cxn ang="0">
                  <a:pos x="215" y="141"/>
                </a:cxn>
                <a:cxn ang="0">
                  <a:pos x="247" y="121"/>
                </a:cxn>
                <a:cxn ang="0">
                  <a:pos x="288" y="103"/>
                </a:cxn>
                <a:cxn ang="0">
                  <a:pos x="337" y="86"/>
                </a:cxn>
                <a:cxn ang="0">
                  <a:pos x="392" y="70"/>
                </a:cxn>
                <a:cxn ang="0">
                  <a:pos x="454" y="56"/>
                </a:cxn>
                <a:cxn ang="0">
                  <a:pos x="520" y="45"/>
                </a:cxn>
                <a:cxn ang="0">
                  <a:pos x="593" y="35"/>
                </a:cxn>
                <a:cxn ang="0">
                  <a:pos x="671" y="26"/>
                </a:cxn>
                <a:cxn ang="0">
                  <a:pos x="751" y="21"/>
                </a:cxn>
                <a:cxn ang="0">
                  <a:pos x="837" y="17"/>
                </a:cxn>
                <a:cxn ang="0">
                  <a:pos x="924" y="15"/>
                </a:cxn>
                <a:cxn ang="0">
                  <a:pos x="999" y="17"/>
                </a:cxn>
                <a:cxn ang="0">
                  <a:pos x="1071" y="19"/>
                </a:cxn>
                <a:cxn ang="0">
                  <a:pos x="1175" y="21"/>
                </a:cxn>
                <a:cxn ang="0">
                  <a:pos x="1275" y="28"/>
                </a:cxn>
                <a:cxn ang="0">
                  <a:pos x="1196" y="18"/>
                </a:cxn>
                <a:cxn ang="0">
                  <a:pos x="1111" y="10"/>
                </a:cxn>
                <a:cxn ang="0">
                  <a:pos x="1024" y="4"/>
                </a:cxn>
                <a:cxn ang="0">
                  <a:pos x="931" y="1"/>
                </a:cxn>
                <a:cxn ang="0">
                  <a:pos x="837" y="0"/>
                </a:cxn>
                <a:cxn ang="0">
                  <a:pos x="745" y="1"/>
                </a:cxn>
                <a:cxn ang="0">
                  <a:pos x="658" y="4"/>
                </a:cxn>
                <a:cxn ang="0">
                  <a:pos x="572" y="10"/>
                </a:cxn>
                <a:cxn ang="0">
                  <a:pos x="492" y="17"/>
                </a:cxn>
                <a:cxn ang="0">
                  <a:pos x="415" y="25"/>
                </a:cxn>
                <a:cxn ang="0">
                  <a:pos x="343" y="35"/>
                </a:cxn>
                <a:cxn ang="0">
                  <a:pos x="277" y="48"/>
                </a:cxn>
                <a:cxn ang="0">
                  <a:pos x="216" y="62"/>
                </a:cxn>
                <a:cxn ang="0">
                  <a:pos x="161" y="76"/>
                </a:cxn>
                <a:cxn ang="0">
                  <a:pos x="114" y="91"/>
                </a:cxn>
                <a:cxn ang="0">
                  <a:pos x="74" y="108"/>
                </a:cxn>
                <a:cxn ang="0">
                  <a:pos x="42" y="126"/>
                </a:cxn>
                <a:cxn ang="0">
                  <a:pos x="19" y="146"/>
                </a:cxn>
                <a:cxn ang="0">
                  <a:pos x="4" y="166"/>
                </a:cxn>
                <a:cxn ang="0">
                  <a:pos x="0" y="186"/>
                </a:cxn>
                <a:cxn ang="0">
                  <a:pos x="4" y="205"/>
                </a:cxn>
                <a:cxn ang="0">
                  <a:pos x="18" y="224"/>
                </a:cxn>
                <a:cxn ang="0">
                  <a:pos x="39" y="242"/>
                </a:cxn>
                <a:cxn ang="0">
                  <a:pos x="69" y="260"/>
                </a:cxn>
                <a:cxn ang="0">
                  <a:pos x="107" y="277"/>
                </a:cxn>
                <a:cxn ang="0">
                  <a:pos x="150" y="293"/>
                </a:cxn>
                <a:cxn ang="0">
                  <a:pos x="201" y="307"/>
                </a:cxn>
                <a:cxn ang="0">
                  <a:pos x="257" y="319"/>
                </a:cxn>
                <a:cxn ang="0">
                  <a:pos x="319" y="332"/>
                </a:cxn>
                <a:cxn ang="0">
                  <a:pos x="387" y="342"/>
                </a:cxn>
                <a:cxn ang="0">
                  <a:pos x="458" y="352"/>
                </a:cxn>
                <a:cxn ang="0">
                  <a:pos x="396" y="338"/>
                </a:cxn>
                <a:cxn ang="0">
                  <a:pos x="340" y="324"/>
                </a:cxn>
                <a:cxn ang="0">
                  <a:pos x="291" y="307"/>
                </a:cxn>
                <a:cxn ang="0">
                  <a:pos x="249" y="288"/>
                </a:cxn>
                <a:cxn ang="0">
                  <a:pos x="216" y="269"/>
                </a:cxn>
                <a:cxn ang="0">
                  <a:pos x="191" y="248"/>
                </a:cxn>
                <a:cxn ang="0">
                  <a:pos x="177" y="226"/>
                </a:cxn>
                <a:cxn ang="0">
                  <a:pos x="171" y="204"/>
                </a:cxn>
              </a:cxnLst>
              <a:rect l="0" t="0" r="r" b="b"/>
              <a:pathLst>
                <a:path w="1275" h="352">
                  <a:moveTo>
                    <a:pt x="171" y="204"/>
                  </a:moveTo>
                  <a:lnTo>
                    <a:pt x="177" y="181"/>
                  </a:lnTo>
                  <a:lnTo>
                    <a:pt x="191" y="160"/>
                  </a:lnTo>
                  <a:lnTo>
                    <a:pt x="215" y="141"/>
                  </a:lnTo>
                  <a:lnTo>
                    <a:pt x="247" y="121"/>
                  </a:lnTo>
                  <a:lnTo>
                    <a:pt x="288" y="103"/>
                  </a:lnTo>
                  <a:lnTo>
                    <a:pt x="337" y="86"/>
                  </a:lnTo>
                  <a:lnTo>
                    <a:pt x="392" y="70"/>
                  </a:lnTo>
                  <a:lnTo>
                    <a:pt x="454" y="56"/>
                  </a:lnTo>
                  <a:lnTo>
                    <a:pt x="520" y="45"/>
                  </a:lnTo>
                  <a:lnTo>
                    <a:pt x="593" y="35"/>
                  </a:lnTo>
                  <a:lnTo>
                    <a:pt x="671" y="26"/>
                  </a:lnTo>
                  <a:lnTo>
                    <a:pt x="751" y="21"/>
                  </a:lnTo>
                  <a:lnTo>
                    <a:pt x="837" y="17"/>
                  </a:lnTo>
                  <a:lnTo>
                    <a:pt x="924" y="15"/>
                  </a:lnTo>
                  <a:lnTo>
                    <a:pt x="999" y="17"/>
                  </a:lnTo>
                  <a:lnTo>
                    <a:pt x="1071" y="19"/>
                  </a:lnTo>
                  <a:lnTo>
                    <a:pt x="1175" y="21"/>
                  </a:lnTo>
                  <a:lnTo>
                    <a:pt x="1275" y="28"/>
                  </a:lnTo>
                  <a:lnTo>
                    <a:pt x="1196" y="18"/>
                  </a:lnTo>
                  <a:lnTo>
                    <a:pt x="1111" y="10"/>
                  </a:lnTo>
                  <a:lnTo>
                    <a:pt x="1024" y="4"/>
                  </a:lnTo>
                  <a:lnTo>
                    <a:pt x="931" y="1"/>
                  </a:lnTo>
                  <a:lnTo>
                    <a:pt x="837" y="0"/>
                  </a:lnTo>
                  <a:lnTo>
                    <a:pt x="745" y="1"/>
                  </a:lnTo>
                  <a:lnTo>
                    <a:pt x="658" y="4"/>
                  </a:lnTo>
                  <a:lnTo>
                    <a:pt x="572" y="10"/>
                  </a:lnTo>
                  <a:lnTo>
                    <a:pt x="492" y="17"/>
                  </a:lnTo>
                  <a:lnTo>
                    <a:pt x="415" y="25"/>
                  </a:lnTo>
                  <a:lnTo>
                    <a:pt x="343" y="35"/>
                  </a:lnTo>
                  <a:lnTo>
                    <a:pt x="277" y="48"/>
                  </a:lnTo>
                  <a:lnTo>
                    <a:pt x="216" y="62"/>
                  </a:lnTo>
                  <a:lnTo>
                    <a:pt x="161" y="76"/>
                  </a:lnTo>
                  <a:lnTo>
                    <a:pt x="114" y="91"/>
                  </a:lnTo>
                  <a:lnTo>
                    <a:pt x="74" y="108"/>
                  </a:lnTo>
                  <a:lnTo>
                    <a:pt x="42" y="126"/>
                  </a:lnTo>
                  <a:lnTo>
                    <a:pt x="19" y="146"/>
                  </a:lnTo>
                  <a:lnTo>
                    <a:pt x="4" y="166"/>
                  </a:lnTo>
                  <a:lnTo>
                    <a:pt x="0" y="186"/>
                  </a:lnTo>
                  <a:lnTo>
                    <a:pt x="4" y="205"/>
                  </a:lnTo>
                  <a:lnTo>
                    <a:pt x="18" y="224"/>
                  </a:lnTo>
                  <a:lnTo>
                    <a:pt x="39" y="242"/>
                  </a:lnTo>
                  <a:lnTo>
                    <a:pt x="69" y="260"/>
                  </a:lnTo>
                  <a:lnTo>
                    <a:pt x="107" y="277"/>
                  </a:lnTo>
                  <a:lnTo>
                    <a:pt x="150" y="293"/>
                  </a:lnTo>
                  <a:lnTo>
                    <a:pt x="201" y="307"/>
                  </a:lnTo>
                  <a:lnTo>
                    <a:pt x="257" y="319"/>
                  </a:lnTo>
                  <a:lnTo>
                    <a:pt x="319" y="332"/>
                  </a:lnTo>
                  <a:lnTo>
                    <a:pt x="387" y="342"/>
                  </a:lnTo>
                  <a:lnTo>
                    <a:pt x="458" y="352"/>
                  </a:lnTo>
                  <a:lnTo>
                    <a:pt x="396" y="338"/>
                  </a:lnTo>
                  <a:lnTo>
                    <a:pt x="340" y="324"/>
                  </a:lnTo>
                  <a:lnTo>
                    <a:pt x="291" y="307"/>
                  </a:lnTo>
                  <a:lnTo>
                    <a:pt x="249" y="288"/>
                  </a:lnTo>
                  <a:lnTo>
                    <a:pt x="216" y="269"/>
                  </a:lnTo>
                  <a:lnTo>
                    <a:pt x="191" y="248"/>
                  </a:lnTo>
                  <a:lnTo>
                    <a:pt x="177" y="226"/>
                  </a:lnTo>
                  <a:lnTo>
                    <a:pt x="171" y="20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3" name="Freeform 197"/>
            <p:cNvSpPr>
              <a:spLocks noEditPoints="1"/>
            </p:cNvSpPr>
            <p:nvPr/>
          </p:nvSpPr>
          <p:spPr bwMode="auto">
            <a:xfrm>
              <a:off x="624907" y="902142"/>
              <a:ext cx="139435" cy="171851"/>
            </a:xfrm>
            <a:custGeom>
              <a:avLst/>
              <a:gdLst/>
              <a:ahLst/>
              <a:cxnLst>
                <a:cxn ang="0">
                  <a:pos x="38" y="307"/>
                </a:cxn>
                <a:cxn ang="0">
                  <a:pos x="38" y="37"/>
                </a:cxn>
                <a:cxn ang="0">
                  <a:pos x="72" y="37"/>
                </a:cxn>
                <a:cxn ang="0">
                  <a:pos x="103" y="40"/>
                </a:cxn>
                <a:cxn ang="0">
                  <a:pos x="129" y="47"/>
                </a:cxn>
                <a:cxn ang="0">
                  <a:pos x="153" y="58"/>
                </a:cxn>
                <a:cxn ang="0">
                  <a:pos x="174" y="74"/>
                </a:cxn>
                <a:cxn ang="0">
                  <a:pos x="191" y="93"/>
                </a:cxn>
                <a:cxn ang="0">
                  <a:pos x="204" y="117"/>
                </a:cxn>
                <a:cxn ang="0">
                  <a:pos x="211" y="143"/>
                </a:cxn>
                <a:cxn ang="0">
                  <a:pos x="214" y="172"/>
                </a:cxn>
                <a:cxn ang="0">
                  <a:pos x="211" y="202"/>
                </a:cxn>
                <a:cxn ang="0">
                  <a:pos x="204" y="229"/>
                </a:cxn>
                <a:cxn ang="0">
                  <a:pos x="191" y="252"/>
                </a:cxn>
                <a:cxn ang="0">
                  <a:pos x="173" y="271"/>
                </a:cxn>
                <a:cxn ang="0">
                  <a:pos x="152" y="286"/>
                </a:cxn>
                <a:cxn ang="0">
                  <a:pos x="128" y="298"/>
                </a:cxn>
                <a:cxn ang="0">
                  <a:pos x="101" y="305"/>
                </a:cxn>
                <a:cxn ang="0">
                  <a:pos x="72" y="307"/>
                </a:cxn>
                <a:cxn ang="0">
                  <a:pos x="38" y="307"/>
                </a:cxn>
                <a:cxn ang="0">
                  <a:pos x="0" y="343"/>
                </a:cxn>
                <a:cxn ang="0">
                  <a:pos x="69" y="343"/>
                </a:cxn>
                <a:cxn ang="0">
                  <a:pos x="106" y="341"/>
                </a:cxn>
                <a:cxn ang="0">
                  <a:pos x="136" y="334"/>
                </a:cxn>
                <a:cxn ang="0">
                  <a:pos x="165" y="323"/>
                </a:cxn>
                <a:cxn ang="0">
                  <a:pos x="190" y="305"/>
                </a:cxn>
                <a:cxn ang="0">
                  <a:pos x="193" y="305"/>
                </a:cxn>
                <a:cxn ang="0">
                  <a:pos x="193" y="303"/>
                </a:cxn>
                <a:cxn ang="0">
                  <a:pos x="218" y="276"/>
                </a:cxn>
                <a:cxn ang="0">
                  <a:pos x="238" y="245"/>
                </a:cxn>
                <a:cxn ang="0">
                  <a:pos x="246" y="223"/>
                </a:cxn>
                <a:cxn ang="0">
                  <a:pos x="252" y="198"/>
                </a:cxn>
                <a:cxn ang="0">
                  <a:pos x="253" y="172"/>
                </a:cxn>
                <a:cxn ang="0">
                  <a:pos x="249" y="133"/>
                </a:cxn>
                <a:cxn ang="0">
                  <a:pos x="238" y="98"/>
                </a:cxn>
                <a:cxn ang="0">
                  <a:pos x="227" y="76"/>
                </a:cxn>
                <a:cxn ang="0">
                  <a:pos x="212" y="58"/>
                </a:cxn>
                <a:cxn ang="0">
                  <a:pos x="194" y="41"/>
                </a:cxn>
                <a:cxn ang="0">
                  <a:pos x="167" y="23"/>
                </a:cxn>
                <a:cxn ang="0">
                  <a:pos x="141" y="10"/>
                </a:cxn>
                <a:cxn ang="0">
                  <a:pos x="120" y="5"/>
                </a:cxn>
                <a:cxn ang="0">
                  <a:pos x="96" y="2"/>
                </a:cxn>
                <a:cxn ang="0">
                  <a:pos x="69" y="0"/>
                </a:cxn>
                <a:cxn ang="0">
                  <a:pos x="0" y="0"/>
                </a:cxn>
                <a:cxn ang="0">
                  <a:pos x="0" y="343"/>
                </a:cxn>
              </a:cxnLst>
              <a:rect l="0" t="0" r="r" b="b"/>
              <a:pathLst>
                <a:path w="253" h="343">
                  <a:moveTo>
                    <a:pt x="38" y="307"/>
                  </a:moveTo>
                  <a:lnTo>
                    <a:pt x="38" y="37"/>
                  </a:lnTo>
                  <a:lnTo>
                    <a:pt x="72" y="37"/>
                  </a:lnTo>
                  <a:lnTo>
                    <a:pt x="103" y="40"/>
                  </a:lnTo>
                  <a:lnTo>
                    <a:pt x="129" y="47"/>
                  </a:lnTo>
                  <a:lnTo>
                    <a:pt x="153" y="58"/>
                  </a:lnTo>
                  <a:lnTo>
                    <a:pt x="174" y="74"/>
                  </a:lnTo>
                  <a:lnTo>
                    <a:pt x="191" y="93"/>
                  </a:lnTo>
                  <a:lnTo>
                    <a:pt x="204" y="117"/>
                  </a:lnTo>
                  <a:lnTo>
                    <a:pt x="211" y="143"/>
                  </a:lnTo>
                  <a:lnTo>
                    <a:pt x="214" y="172"/>
                  </a:lnTo>
                  <a:lnTo>
                    <a:pt x="211" y="202"/>
                  </a:lnTo>
                  <a:lnTo>
                    <a:pt x="204" y="229"/>
                  </a:lnTo>
                  <a:lnTo>
                    <a:pt x="191" y="252"/>
                  </a:lnTo>
                  <a:lnTo>
                    <a:pt x="173" y="271"/>
                  </a:lnTo>
                  <a:lnTo>
                    <a:pt x="152" y="286"/>
                  </a:lnTo>
                  <a:lnTo>
                    <a:pt x="128" y="298"/>
                  </a:lnTo>
                  <a:lnTo>
                    <a:pt x="101" y="305"/>
                  </a:lnTo>
                  <a:lnTo>
                    <a:pt x="72" y="307"/>
                  </a:lnTo>
                  <a:lnTo>
                    <a:pt x="38" y="307"/>
                  </a:lnTo>
                  <a:close/>
                  <a:moveTo>
                    <a:pt x="0" y="343"/>
                  </a:moveTo>
                  <a:lnTo>
                    <a:pt x="69" y="343"/>
                  </a:lnTo>
                  <a:lnTo>
                    <a:pt x="106" y="341"/>
                  </a:lnTo>
                  <a:lnTo>
                    <a:pt x="136" y="334"/>
                  </a:lnTo>
                  <a:lnTo>
                    <a:pt x="165" y="323"/>
                  </a:lnTo>
                  <a:lnTo>
                    <a:pt x="190" y="305"/>
                  </a:lnTo>
                  <a:lnTo>
                    <a:pt x="193" y="305"/>
                  </a:lnTo>
                  <a:lnTo>
                    <a:pt x="193" y="303"/>
                  </a:lnTo>
                  <a:lnTo>
                    <a:pt x="218" y="276"/>
                  </a:lnTo>
                  <a:lnTo>
                    <a:pt x="238" y="245"/>
                  </a:lnTo>
                  <a:lnTo>
                    <a:pt x="246" y="223"/>
                  </a:lnTo>
                  <a:lnTo>
                    <a:pt x="252" y="198"/>
                  </a:lnTo>
                  <a:lnTo>
                    <a:pt x="253" y="172"/>
                  </a:lnTo>
                  <a:lnTo>
                    <a:pt x="249" y="133"/>
                  </a:lnTo>
                  <a:lnTo>
                    <a:pt x="238" y="98"/>
                  </a:lnTo>
                  <a:lnTo>
                    <a:pt x="227" y="76"/>
                  </a:lnTo>
                  <a:lnTo>
                    <a:pt x="212" y="58"/>
                  </a:lnTo>
                  <a:lnTo>
                    <a:pt x="194" y="41"/>
                  </a:lnTo>
                  <a:lnTo>
                    <a:pt x="167" y="23"/>
                  </a:lnTo>
                  <a:lnTo>
                    <a:pt x="141" y="10"/>
                  </a:lnTo>
                  <a:lnTo>
                    <a:pt x="120" y="5"/>
                  </a:lnTo>
                  <a:lnTo>
                    <a:pt x="96" y="2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4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4" name="Freeform 198"/>
            <p:cNvSpPr>
              <a:spLocks/>
            </p:cNvSpPr>
            <p:nvPr/>
          </p:nvSpPr>
          <p:spPr bwMode="auto">
            <a:xfrm>
              <a:off x="997468" y="902142"/>
              <a:ext cx="97549" cy="171851"/>
            </a:xfrm>
            <a:custGeom>
              <a:avLst/>
              <a:gdLst/>
              <a:ahLst/>
              <a:cxnLst>
                <a:cxn ang="0">
                  <a:pos x="39" y="37"/>
                </a:cxn>
                <a:cxn ang="0">
                  <a:pos x="39" y="138"/>
                </a:cxn>
                <a:cxn ang="0">
                  <a:pos x="173" y="138"/>
                </a:cxn>
                <a:cxn ang="0">
                  <a:pos x="173" y="174"/>
                </a:cxn>
                <a:cxn ang="0">
                  <a:pos x="39" y="174"/>
                </a:cxn>
                <a:cxn ang="0">
                  <a:pos x="39" y="307"/>
                </a:cxn>
                <a:cxn ang="0">
                  <a:pos x="177" y="307"/>
                </a:cxn>
                <a:cxn ang="0">
                  <a:pos x="177" y="343"/>
                </a:cxn>
                <a:cxn ang="0">
                  <a:pos x="0" y="343"/>
                </a:cxn>
                <a:cxn ang="0">
                  <a:pos x="0" y="0"/>
                </a:cxn>
                <a:cxn ang="0">
                  <a:pos x="177" y="0"/>
                </a:cxn>
                <a:cxn ang="0">
                  <a:pos x="177" y="37"/>
                </a:cxn>
                <a:cxn ang="0">
                  <a:pos x="39" y="37"/>
                </a:cxn>
              </a:cxnLst>
              <a:rect l="0" t="0" r="r" b="b"/>
              <a:pathLst>
                <a:path w="177" h="343">
                  <a:moveTo>
                    <a:pt x="39" y="37"/>
                  </a:moveTo>
                  <a:lnTo>
                    <a:pt x="39" y="138"/>
                  </a:lnTo>
                  <a:lnTo>
                    <a:pt x="173" y="138"/>
                  </a:lnTo>
                  <a:lnTo>
                    <a:pt x="173" y="174"/>
                  </a:lnTo>
                  <a:lnTo>
                    <a:pt x="39" y="174"/>
                  </a:lnTo>
                  <a:lnTo>
                    <a:pt x="39" y="307"/>
                  </a:lnTo>
                  <a:lnTo>
                    <a:pt x="177" y="307"/>
                  </a:lnTo>
                  <a:lnTo>
                    <a:pt x="177" y="343"/>
                  </a:lnTo>
                  <a:lnTo>
                    <a:pt x="0" y="343"/>
                  </a:lnTo>
                  <a:lnTo>
                    <a:pt x="0" y="0"/>
                  </a:lnTo>
                  <a:lnTo>
                    <a:pt x="177" y="0"/>
                  </a:lnTo>
                  <a:lnTo>
                    <a:pt x="177" y="37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5" name="Freeform 199"/>
            <p:cNvSpPr>
              <a:spLocks/>
            </p:cNvSpPr>
            <p:nvPr/>
          </p:nvSpPr>
          <p:spPr bwMode="auto">
            <a:xfrm>
              <a:off x="1327591" y="902142"/>
              <a:ext cx="85424" cy="171851"/>
            </a:xfrm>
            <a:custGeom>
              <a:avLst/>
              <a:gdLst/>
              <a:ahLst/>
              <a:cxnLst>
                <a:cxn ang="0">
                  <a:pos x="38" y="37"/>
                </a:cxn>
                <a:cxn ang="0">
                  <a:pos x="38" y="138"/>
                </a:cxn>
                <a:cxn ang="0">
                  <a:pos x="152" y="138"/>
                </a:cxn>
                <a:cxn ang="0">
                  <a:pos x="152" y="174"/>
                </a:cxn>
                <a:cxn ang="0">
                  <a:pos x="38" y="174"/>
                </a:cxn>
                <a:cxn ang="0">
                  <a:pos x="38" y="343"/>
                </a:cxn>
                <a:cxn ang="0">
                  <a:pos x="0" y="343"/>
                </a:cxn>
                <a:cxn ang="0">
                  <a:pos x="0" y="0"/>
                </a:cxn>
                <a:cxn ang="0">
                  <a:pos x="155" y="0"/>
                </a:cxn>
                <a:cxn ang="0">
                  <a:pos x="155" y="37"/>
                </a:cxn>
                <a:cxn ang="0">
                  <a:pos x="38" y="37"/>
                </a:cxn>
              </a:cxnLst>
              <a:rect l="0" t="0" r="r" b="b"/>
              <a:pathLst>
                <a:path w="155" h="343">
                  <a:moveTo>
                    <a:pt x="38" y="37"/>
                  </a:moveTo>
                  <a:lnTo>
                    <a:pt x="38" y="138"/>
                  </a:lnTo>
                  <a:lnTo>
                    <a:pt x="152" y="138"/>
                  </a:lnTo>
                  <a:lnTo>
                    <a:pt x="152" y="174"/>
                  </a:lnTo>
                  <a:lnTo>
                    <a:pt x="38" y="174"/>
                  </a:lnTo>
                  <a:lnTo>
                    <a:pt x="38" y="343"/>
                  </a:lnTo>
                  <a:lnTo>
                    <a:pt x="0" y="343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6" name="Rectangle 200"/>
            <p:cNvSpPr>
              <a:spLocks noChangeArrowheads="1"/>
            </p:cNvSpPr>
            <p:nvPr/>
          </p:nvSpPr>
          <p:spPr bwMode="auto">
            <a:xfrm>
              <a:off x="1643937" y="902142"/>
              <a:ext cx="22045" cy="17185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7" name="Freeform 201"/>
            <p:cNvSpPr>
              <a:spLocks noEditPoints="1"/>
            </p:cNvSpPr>
            <p:nvPr/>
          </p:nvSpPr>
          <p:spPr bwMode="auto">
            <a:xfrm>
              <a:off x="1885881" y="894627"/>
              <a:ext cx="171400" cy="179366"/>
            </a:xfrm>
            <a:custGeom>
              <a:avLst/>
              <a:gdLst/>
              <a:ahLst/>
              <a:cxnLst>
                <a:cxn ang="0">
                  <a:pos x="214" y="225"/>
                </a:cxn>
                <a:cxn ang="0">
                  <a:pos x="99" y="225"/>
                </a:cxn>
                <a:cxn ang="0">
                  <a:pos x="158" y="89"/>
                </a:cxn>
                <a:cxn ang="0">
                  <a:pos x="214" y="225"/>
                </a:cxn>
                <a:cxn ang="0">
                  <a:pos x="230" y="260"/>
                </a:cxn>
                <a:cxn ang="0">
                  <a:pos x="269" y="358"/>
                </a:cxn>
                <a:cxn ang="0">
                  <a:pos x="311" y="358"/>
                </a:cxn>
                <a:cxn ang="0">
                  <a:pos x="158" y="0"/>
                </a:cxn>
                <a:cxn ang="0">
                  <a:pos x="0" y="358"/>
                </a:cxn>
                <a:cxn ang="0">
                  <a:pos x="43" y="358"/>
                </a:cxn>
                <a:cxn ang="0">
                  <a:pos x="83" y="260"/>
                </a:cxn>
                <a:cxn ang="0">
                  <a:pos x="230" y="260"/>
                </a:cxn>
              </a:cxnLst>
              <a:rect l="0" t="0" r="r" b="b"/>
              <a:pathLst>
                <a:path w="311" h="358">
                  <a:moveTo>
                    <a:pt x="214" y="225"/>
                  </a:moveTo>
                  <a:lnTo>
                    <a:pt x="99" y="225"/>
                  </a:lnTo>
                  <a:lnTo>
                    <a:pt x="158" y="89"/>
                  </a:lnTo>
                  <a:lnTo>
                    <a:pt x="214" y="225"/>
                  </a:lnTo>
                  <a:close/>
                  <a:moveTo>
                    <a:pt x="230" y="260"/>
                  </a:moveTo>
                  <a:lnTo>
                    <a:pt x="269" y="358"/>
                  </a:lnTo>
                  <a:lnTo>
                    <a:pt x="311" y="358"/>
                  </a:lnTo>
                  <a:lnTo>
                    <a:pt x="158" y="0"/>
                  </a:lnTo>
                  <a:lnTo>
                    <a:pt x="0" y="358"/>
                  </a:lnTo>
                  <a:lnTo>
                    <a:pt x="43" y="358"/>
                  </a:lnTo>
                  <a:lnTo>
                    <a:pt x="83" y="260"/>
                  </a:lnTo>
                  <a:lnTo>
                    <a:pt x="230" y="26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8" name="Freeform 202"/>
            <p:cNvSpPr>
              <a:spLocks/>
            </p:cNvSpPr>
            <p:nvPr/>
          </p:nvSpPr>
          <p:spPr bwMode="auto">
            <a:xfrm>
              <a:off x="2277731" y="896130"/>
              <a:ext cx="167542" cy="1853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6" y="277"/>
                </a:cxn>
                <a:cxn ang="0">
                  <a:pos x="266" y="12"/>
                </a:cxn>
                <a:cxn ang="0">
                  <a:pos x="304" y="12"/>
                </a:cxn>
                <a:cxn ang="0">
                  <a:pos x="304" y="370"/>
                </a:cxn>
                <a:cxn ang="0">
                  <a:pos x="38" y="91"/>
                </a:cxn>
                <a:cxn ang="0">
                  <a:pos x="38" y="355"/>
                </a:cxn>
                <a:cxn ang="0">
                  <a:pos x="0" y="355"/>
                </a:cxn>
                <a:cxn ang="0">
                  <a:pos x="0" y="0"/>
                </a:cxn>
              </a:cxnLst>
              <a:rect l="0" t="0" r="r" b="b"/>
              <a:pathLst>
                <a:path w="304" h="370">
                  <a:moveTo>
                    <a:pt x="0" y="0"/>
                  </a:moveTo>
                  <a:lnTo>
                    <a:pt x="266" y="277"/>
                  </a:lnTo>
                  <a:lnTo>
                    <a:pt x="266" y="12"/>
                  </a:lnTo>
                  <a:lnTo>
                    <a:pt x="304" y="12"/>
                  </a:lnTo>
                  <a:lnTo>
                    <a:pt x="304" y="370"/>
                  </a:lnTo>
                  <a:lnTo>
                    <a:pt x="38" y="91"/>
                  </a:lnTo>
                  <a:lnTo>
                    <a:pt x="38" y="355"/>
                  </a:lnTo>
                  <a:lnTo>
                    <a:pt x="0" y="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9" name="Freeform 203"/>
            <p:cNvSpPr>
              <a:spLocks/>
            </p:cNvSpPr>
            <p:nvPr/>
          </p:nvSpPr>
          <p:spPr bwMode="auto">
            <a:xfrm>
              <a:off x="2678949" y="900138"/>
              <a:ext cx="153213" cy="176360"/>
            </a:xfrm>
            <a:custGeom>
              <a:avLst/>
              <a:gdLst/>
              <a:ahLst/>
              <a:cxnLst>
                <a:cxn ang="0">
                  <a:pos x="278" y="80"/>
                </a:cxn>
                <a:cxn ang="0">
                  <a:pos x="254" y="62"/>
                </a:cxn>
                <a:cxn ang="0">
                  <a:pos x="230" y="48"/>
                </a:cxn>
                <a:cxn ang="0">
                  <a:pos x="204" y="38"/>
                </a:cxn>
                <a:cxn ang="0">
                  <a:pos x="174" y="35"/>
                </a:cxn>
                <a:cxn ang="0">
                  <a:pos x="147" y="38"/>
                </a:cxn>
                <a:cxn ang="0">
                  <a:pos x="122" y="47"/>
                </a:cxn>
                <a:cxn ang="0">
                  <a:pos x="100" y="59"/>
                </a:cxn>
                <a:cxn ang="0">
                  <a:pos x="78" y="78"/>
                </a:cxn>
                <a:cxn ang="0">
                  <a:pos x="60" y="99"/>
                </a:cxn>
                <a:cxn ang="0">
                  <a:pos x="47" y="123"/>
                </a:cxn>
                <a:cxn ang="0">
                  <a:pos x="40" y="148"/>
                </a:cxn>
                <a:cxn ang="0">
                  <a:pos x="38" y="176"/>
                </a:cxn>
                <a:cxn ang="0">
                  <a:pos x="40" y="204"/>
                </a:cxn>
                <a:cxn ang="0">
                  <a:pos x="47" y="231"/>
                </a:cxn>
                <a:cxn ang="0">
                  <a:pos x="60" y="254"/>
                </a:cxn>
                <a:cxn ang="0">
                  <a:pos x="78" y="276"/>
                </a:cxn>
                <a:cxn ang="0">
                  <a:pos x="100" y="294"/>
                </a:cxn>
                <a:cxn ang="0">
                  <a:pos x="123" y="307"/>
                </a:cxn>
                <a:cxn ang="0">
                  <a:pos x="150" y="314"/>
                </a:cxn>
                <a:cxn ang="0">
                  <a:pos x="178" y="317"/>
                </a:cxn>
                <a:cxn ang="0">
                  <a:pos x="197" y="316"/>
                </a:cxn>
                <a:cxn ang="0">
                  <a:pos x="215" y="310"/>
                </a:cxn>
                <a:cxn ang="0">
                  <a:pos x="232" y="303"/>
                </a:cxn>
                <a:cxn ang="0">
                  <a:pos x="256" y="289"/>
                </a:cxn>
                <a:cxn ang="0">
                  <a:pos x="278" y="272"/>
                </a:cxn>
                <a:cxn ang="0">
                  <a:pos x="278" y="318"/>
                </a:cxn>
                <a:cxn ang="0">
                  <a:pos x="275" y="321"/>
                </a:cxn>
                <a:cxn ang="0">
                  <a:pos x="271" y="324"/>
                </a:cxn>
                <a:cxn ang="0">
                  <a:pos x="266" y="327"/>
                </a:cxn>
                <a:cxn ang="0">
                  <a:pos x="261" y="330"/>
                </a:cxn>
                <a:cxn ang="0">
                  <a:pos x="239" y="341"/>
                </a:cxn>
                <a:cxn ang="0">
                  <a:pos x="218" y="347"/>
                </a:cxn>
                <a:cxn ang="0">
                  <a:pos x="198" y="351"/>
                </a:cxn>
                <a:cxn ang="0">
                  <a:pos x="176" y="352"/>
                </a:cxn>
                <a:cxn ang="0">
                  <a:pos x="140" y="349"/>
                </a:cxn>
                <a:cxn ang="0">
                  <a:pos x="108" y="340"/>
                </a:cxn>
                <a:cxn ang="0">
                  <a:pos x="78" y="323"/>
                </a:cxn>
                <a:cxn ang="0">
                  <a:pos x="50" y="300"/>
                </a:cxn>
                <a:cxn ang="0">
                  <a:pos x="28" y="273"/>
                </a:cxn>
                <a:cxn ang="0">
                  <a:pos x="12" y="244"/>
                </a:cxn>
                <a:cxn ang="0">
                  <a:pos x="2" y="210"/>
                </a:cxn>
                <a:cxn ang="0">
                  <a:pos x="0" y="175"/>
                </a:cxn>
                <a:cxn ang="0">
                  <a:pos x="2" y="140"/>
                </a:cxn>
                <a:cxn ang="0">
                  <a:pos x="12" y="109"/>
                </a:cxn>
                <a:cxn ang="0">
                  <a:pos x="29" y="79"/>
                </a:cxn>
                <a:cxn ang="0">
                  <a:pos x="52" y="52"/>
                </a:cxn>
                <a:cxn ang="0">
                  <a:pos x="80" y="30"/>
                </a:cxn>
                <a:cxn ang="0">
                  <a:pos x="109" y="13"/>
                </a:cxn>
                <a:cxn ang="0">
                  <a:pos x="142" y="3"/>
                </a:cxn>
                <a:cxn ang="0">
                  <a:pos x="177" y="0"/>
                </a:cxn>
                <a:cxn ang="0">
                  <a:pos x="194" y="0"/>
                </a:cxn>
                <a:cxn ang="0">
                  <a:pos x="209" y="3"/>
                </a:cxn>
                <a:cxn ang="0">
                  <a:pos x="239" y="11"/>
                </a:cxn>
                <a:cxn ang="0">
                  <a:pos x="246" y="14"/>
                </a:cxn>
                <a:cxn ang="0">
                  <a:pos x="252" y="17"/>
                </a:cxn>
                <a:cxn ang="0">
                  <a:pos x="259" y="21"/>
                </a:cxn>
                <a:cxn ang="0">
                  <a:pos x="264" y="24"/>
                </a:cxn>
                <a:cxn ang="0">
                  <a:pos x="271" y="28"/>
                </a:cxn>
                <a:cxn ang="0">
                  <a:pos x="278" y="34"/>
                </a:cxn>
                <a:cxn ang="0">
                  <a:pos x="278" y="80"/>
                </a:cxn>
              </a:cxnLst>
              <a:rect l="0" t="0" r="r" b="b"/>
              <a:pathLst>
                <a:path w="278" h="352">
                  <a:moveTo>
                    <a:pt x="278" y="80"/>
                  </a:moveTo>
                  <a:lnTo>
                    <a:pt x="254" y="62"/>
                  </a:lnTo>
                  <a:lnTo>
                    <a:pt x="230" y="48"/>
                  </a:lnTo>
                  <a:lnTo>
                    <a:pt x="204" y="38"/>
                  </a:lnTo>
                  <a:lnTo>
                    <a:pt x="174" y="35"/>
                  </a:lnTo>
                  <a:lnTo>
                    <a:pt x="147" y="38"/>
                  </a:lnTo>
                  <a:lnTo>
                    <a:pt x="122" y="47"/>
                  </a:lnTo>
                  <a:lnTo>
                    <a:pt x="100" y="59"/>
                  </a:lnTo>
                  <a:lnTo>
                    <a:pt x="78" y="78"/>
                  </a:lnTo>
                  <a:lnTo>
                    <a:pt x="60" y="99"/>
                  </a:lnTo>
                  <a:lnTo>
                    <a:pt x="47" y="123"/>
                  </a:lnTo>
                  <a:lnTo>
                    <a:pt x="40" y="148"/>
                  </a:lnTo>
                  <a:lnTo>
                    <a:pt x="38" y="176"/>
                  </a:lnTo>
                  <a:lnTo>
                    <a:pt x="40" y="204"/>
                  </a:lnTo>
                  <a:lnTo>
                    <a:pt x="47" y="231"/>
                  </a:lnTo>
                  <a:lnTo>
                    <a:pt x="60" y="254"/>
                  </a:lnTo>
                  <a:lnTo>
                    <a:pt x="78" y="276"/>
                  </a:lnTo>
                  <a:lnTo>
                    <a:pt x="100" y="294"/>
                  </a:lnTo>
                  <a:lnTo>
                    <a:pt x="123" y="307"/>
                  </a:lnTo>
                  <a:lnTo>
                    <a:pt x="150" y="314"/>
                  </a:lnTo>
                  <a:lnTo>
                    <a:pt x="178" y="317"/>
                  </a:lnTo>
                  <a:lnTo>
                    <a:pt x="197" y="316"/>
                  </a:lnTo>
                  <a:lnTo>
                    <a:pt x="215" y="310"/>
                  </a:lnTo>
                  <a:lnTo>
                    <a:pt x="232" y="303"/>
                  </a:lnTo>
                  <a:lnTo>
                    <a:pt x="256" y="289"/>
                  </a:lnTo>
                  <a:lnTo>
                    <a:pt x="278" y="272"/>
                  </a:lnTo>
                  <a:lnTo>
                    <a:pt x="278" y="318"/>
                  </a:lnTo>
                  <a:lnTo>
                    <a:pt x="275" y="321"/>
                  </a:lnTo>
                  <a:lnTo>
                    <a:pt x="271" y="324"/>
                  </a:lnTo>
                  <a:lnTo>
                    <a:pt x="266" y="327"/>
                  </a:lnTo>
                  <a:lnTo>
                    <a:pt x="261" y="330"/>
                  </a:lnTo>
                  <a:lnTo>
                    <a:pt x="239" y="341"/>
                  </a:lnTo>
                  <a:lnTo>
                    <a:pt x="218" y="347"/>
                  </a:lnTo>
                  <a:lnTo>
                    <a:pt x="198" y="351"/>
                  </a:lnTo>
                  <a:lnTo>
                    <a:pt x="176" y="352"/>
                  </a:lnTo>
                  <a:lnTo>
                    <a:pt x="140" y="349"/>
                  </a:lnTo>
                  <a:lnTo>
                    <a:pt x="108" y="340"/>
                  </a:lnTo>
                  <a:lnTo>
                    <a:pt x="78" y="323"/>
                  </a:lnTo>
                  <a:lnTo>
                    <a:pt x="50" y="300"/>
                  </a:lnTo>
                  <a:lnTo>
                    <a:pt x="28" y="273"/>
                  </a:lnTo>
                  <a:lnTo>
                    <a:pt x="12" y="244"/>
                  </a:lnTo>
                  <a:lnTo>
                    <a:pt x="2" y="210"/>
                  </a:lnTo>
                  <a:lnTo>
                    <a:pt x="0" y="175"/>
                  </a:lnTo>
                  <a:lnTo>
                    <a:pt x="2" y="140"/>
                  </a:lnTo>
                  <a:lnTo>
                    <a:pt x="12" y="109"/>
                  </a:lnTo>
                  <a:lnTo>
                    <a:pt x="29" y="79"/>
                  </a:lnTo>
                  <a:lnTo>
                    <a:pt x="52" y="52"/>
                  </a:lnTo>
                  <a:lnTo>
                    <a:pt x="80" y="30"/>
                  </a:lnTo>
                  <a:lnTo>
                    <a:pt x="109" y="13"/>
                  </a:lnTo>
                  <a:lnTo>
                    <a:pt x="142" y="3"/>
                  </a:lnTo>
                  <a:lnTo>
                    <a:pt x="177" y="0"/>
                  </a:lnTo>
                  <a:lnTo>
                    <a:pt x="194" y="0"/>
                  </a:lnTo>
                  <a:lnTo>
                    <a:pt x="209" y="3"/>
                  </a:lnTo>
                  <a:lnTo>
                    <a:pt x="239" y="11"/>
                  </a:lnTo>
                  <a:lnTo>
                    <a:pt x="246" y="14"/>
                  </a:lnTo>
                  <a:lnTo>
                    <a:pt x="252" y="17"/>
                  </a:lnTo>
                  <a:lnTo>
                    <a:pt x="259" y="21"/>
                  </a:lnTo>
                  <a:lnTo>
                    <a:pt x="264" y="24"/>
                  </a:lnTo>
                  <a:lnTo>
                    <a:pt x="271" y="28"/>
                  </a:lnTo>
                  <a:lnTo>
                    <a:pt x="278" y="34"/>
                  </a:lnTo>
                  <a:lnTo>
                    <a:pt x="278" y="8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0" name="Freeform 204"/>
            <p:cNvSpPr>
              <a:spLocks/>
            </p:cNvSpPr>
            <p:nvPr/>
          </p:nvSpPr>
          <p:spPr bwMode="auto">
            <a:xfrm>
              <a:off x="3064737" y="902142"/>
              <a:ext cx="98100" cy="171851"/>
            </a:xfrm>
            <a:custGeom>
              <a:avLst/>
              <a:gdLst/>
              <a:ahLst/>
              <a:cxnLst>
                <a:cxn ang="0">
                  <a:pos x="38" y="37"/>
                </a:cxn>
                <a:cxn ang="0">
                  <a:pos x="38" y="138"/>
                </a:cxn>
                <a:cxn ang="0">
                  <a:pos x="174" y="138"/>
                </a:cxn>
                <a:cxn ang="0">
                  <a:pos x="174" y="174"/>
                </a:cxn>
                <a:cxn ang="0">
                  <a:pos x="38" y="174"/>
                </a:cxn>
                <a:cxn ang="0">
                  <a:pos x="38" y="307"/>
                </a:cxn>
                <a:cxn ang="0">
                  <a:pos x="178" y="307"/>
                </a:cxn>
                <a:cxn ang="0">
                  <a:pos x="178" y="343"/>
                </a:cxn>
                <a:cxn ang="0">
                  <a:pos x="0" y="343"/>
                </a:cxn>
                <a:cxn ang="0">
                  <a:pos x="0" y="0"/>
                </a:cxn>
                <a:cxn ang="0">
                  <a:pos x="178" y="0"/>
                </a:cxn>
                <a:cxn ang="0">
                  <a:pos x="178" y="37"/>
                </a:cxn>
                <a:cxn ang="0">
                  <a:pos x="38" y="37"/>
                </a:cxn>
              </a:cxnLst>
              <a:rect l="0" t="0" r="r" b="b"/>
              <a:pathLst>
                <a:path w="178" h="343">
                  <a:moveTo>
                    <a:pt x="38" y="37"/>
                  </a:moveTo>
                  <a:lnTo>
                    <a:pt x="38" y="138"/>
                  </a:lnTo>
                  <a:lnTo>
                    <a:pt x="174" y="138"/>
                  </a:lnTo>
                  <a:lnTo>
                    <a:pt x="174" y="174"/>
                  </a:lnTo>
                  <a:lnTo>
                    <a:pt x="38" y="174"/>
                  </a:lnTo>
                  <a:lnTo>
                    <a:pt x="38" y="307"/>
                  </a:lnTo>
                  <a:lnTo>
                    <a:pt x="178" y="307"/>
                  </a:lnTo>
                  <a:lnTo>
                    <a:pt x="178" y="343"/>
                  </a:lnTo>
                  <a:lnTo>
                    <a:pt x="0" y="343"/>
                  </a:lnTo>
                  <a:lnTo>
                    <a:pt x="0" y="0"/>
                  </a:lnTo>
                  <a:lnTo>
                    <a:pt x="178" y="0"/>
                  </a:lnTo>
                  <a:lnTo>
                    <a:pt x="17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1" name="Freeform 205"/>
            <p:cNvSpPr>
              <a:spLocks/>
            </p:cNvSpPr>
            <p:nvPr/>
          </p:nvSpPr>
          <p:spPr bwMode="auto">
            <a:xfrm>
              <a:off x="2277731" y="560445"/>
              <a:ext cx="79362" cy="71646"/>
            </a:xfrm>
            <a:custGeom>
              <a:avLst/>
              <a:gdLst/>
              <a:ahLst/>
              <a:cxnLst>
                <a:cxn ang="0">
                  <a:pos x="144" y="71"/>
                </a:cxn>
                <a:cxn ang="0">
                  <a:pos x="139" y="94"/>
                </a:cxn>
                <a:cxn ang="0">
                  <a:pos x="129" y="114"/>
                </a:cxn>
                <a:cxn ang="0">
                  <a:pos x="114" y="129"/>
                </a:cxn>
                <a:cxn ang="0">
                  <a:pos x="94" y="139"/>
                </a:cxn>
                <a:cxn ang="0">
                  <a:pos x="72" y="143"/>
                </a:cxn>
                <a:cxn ang="0">
                  <a:pos x="49" y="139"/>
                </a:cxn>
                <a:cxn ang="0">
                  <a:pos x="30" y="129"/>
                </a:cxn>
                <a:cxn ang="0">
                  <a:pos x="14" y="114"/>
                </a:cxn>
                <a:cxn ang="0">
                  <a:pos x="4" y="94"/>
                </a:cxn>
                <a:cxn ang="0">
                  <a:pos x="0" y="71"/>
                </a:cxn>
                <a:cxn ang="0">
                  <a:pos x="4" y="49"/>
                </a:cxn>
                <a:cxn ang="0">
                  <a:pos x="14" y="29"/>
                </a:cxn>
                <a:cxn ang="0">
                  <a:pos x="30" y="14"/>
                </a:cxn>
                <a:cxn ang="0">
                  <a:pos x="49" y="4"/>
                </a:cxn>
                <a:cxn ang="0">
                  <a:pos x="72" y="0"/>
                </a:cxn>
                <a:cxn ang="0">
                  <a:pos x="94" y="4"/>
                </a:cxn>
                <a:cxn ang="0">
                  <a:pos x="114" y="14"/>
                </a:cxn>
                <a:cxn ang="0">
                  <a:pos x="129" y="29"/>
                </a:cxn>
                <a:cxn ang="0">
                  <a:pos x="139" y="49"/>
                </a:cxn>
                <a:cxn ang="0">
                  <a:pos x="144" y="71"/>
                </a:cxn>
              </a:cxnLst>
              <a:rect l="0" t="0" r="r" b="b"/>
              <a:pathLst>
                <a:path w="144" h="143">
                  <a:moveTo>
                    <a:pt x="144" y="71"/>
                  </a:moveTo>
                  <a:lnTo>
                    <a:pt x="139" y="94"/>
                  </a:lnTo>
                  <a:lnTo>
                    <a:pt x="129" y="114"/>
                  </a:lnTo>
                  <a:lnTo>
                    <a:pt x="114" y="129"/>
                  </a:lnTo>
                  <a:lnTo>
                    <a:pt x="94" y="139"/>
                  </a:lnTo>
                  <a:lnTo>
                    <a:pt x="72" y="143"/>
                  </a:lnTo>
                  <a:lnTo>
                    <a:pt x="49" y="139"/>
                  </a:lnTo>
                  <a:lnTo>
                    <a:pt x="30" y="129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1"/>
                  </a:lnTo>
                  <a:lnTo>
                    <a:pt x="4" y="49"/>
                  </a:lnTo>
                  <a:lnTo>
                    <a:pt x="14" y="29"/>
                  </a:lnTo>
                  <a:lnTo>
                    <a:pt x="30" y="14"/>
                  </a:lnTo>
                  <a:lnTo>
                    <a:pt x="49" y="4"/>
                  </a:lnTo>
                  <a:lnTo>
                    <a:pt x="72" y="0"/>
                  </a:lnTo>
                  <a:lnTo>
                    <a:pt x="94" y="4"/>
                  </a:lnTo>
                  <a:lnTo>
                    <a:pt x="114" y="14"/>
                  </a:lnTo>
                  <a:lnTo>
                    <a:pt x="129" y="29"/>
                  </a:lnTo>
                  <a:lnTo>
                    <a:pt x="139" y="49"/>
                  </a:lnTo>
                  <a:lnTo>
                    <a:pt x="144" y="7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2" name="Freeform 206"/>
            <p:cNvSpPr>
              <a:spLocks noEditPoints="1"/>
            </p:cNvSpPr>
            <p:nvPr/>
          </p:nvSpPr>
          <p:spPr bwMode="auto">
            <a:xfrm>
              <a:off x="1708419" y="415649"/>
              <a:ext cx="465149" cy="406329"/>
            </a:xfrm>
            <a:custGeom>
              <a:avLst/>
              <a:gdLst/>
              <a:ahLst/>
              <a:cxnLst>
                <a:cxn ang="0">
                  <a:pos x="0" y="790"/>
                </a:cxn>
                <a:cxn ang="0">
                  <a:pos x="55" y="787"/>
                </a:cxn>
                <a:cxn ang="0">
                  <a:pos x="92" y="770"/>
                </a:cxn>
                <a:cxn ang="0">
                  <a:pos x="110" y="743"/>
                </a:cxn>
                <a:cxn ang="0">
                  <a:pos x="115" y="698"/>
                </a:cxn>
                <a:cxn ang="0">
                  <a:pos x="117" y="143"/>
                </a:cxn>
                <a:cxn ang="0">
                  <a:pos x="113" y="84"/>
                </a:cxn>
                <a:cxn ang="0">
                  <a:pos x="100" y="53"/>
                </a:cxn>
                <a:cxn ang="0">
                  <a:pos x="72" y="34"/>
                </a:cxn>
                <a:cxn ang="0">
                  <a:pos x="31" y="27"/>
                </a:cxn>
                <a:cxn ang="0">
                  <a:pos x="0" y="0"/>
                </a:cxn>
                <a:cxn ang="0">
                  <a:pos x="411" y="3"/>
                </a:cxn>
                <a:cxn ang="0">
                  <a:pos x="497" y="14"/>
                </a:cxn>
                <a:cxn ang="0">
                  <a:pos x="580" y="34"/>
                </a:cxn>
                <a:cxn ang="0">
                  <a:pos x="659" y="66"/>
                </a:cxn>
                <a:cxn ang="0">
                  <a:pos x="726" y="114"/>
                </a:cxn>
                <a:cxn ang="0">
                  <a:pos x="780" y="179"/>
                </a:cxn>
                <a:cxn ang="0">
                  <a:pos x="819" y="260"/>
                </a:cxn>
                <a:cxn ang="0">
                  <a:pos x="842" y="352"/>
                </a:cxn>
                <a:cxn ang="0">
                  <a:pos x="842" y="456"/>
                </a:cxn>
                <a:cxn ang="0">
                  <a:pos x="819" y="556"/>
                </a:cxn>
                <a:cxn ang="0">
                  <a:pos x="773" y="645"/>
                </a:cxn>
                <a:cxn ang="0">
                  <a:pos x="709" y="714"/>
                </a:cxn>
                <a:cxn ang="0">
                  <a:pos x="629" y="762"/>
                </a:cxn>
                <a:cxn ang="0">
                  <a:pos x="532" y="793"/>
                </a:cxn>
                <a:cxn ang="0">
                  <a:pos x="421" y="810"/>
                </a:cxn>
                <a:cxn ang="0">
                  <a:pos x="0" y="811"/>
                </a:cxn>
                <a:cxn ang="0">
                  <a:pos x="400" y="767"/>
                </a:cxn>
                <a:cxn ang="0">
                  <a:pos x="481" y="750"/>
                </a:cxn>
                <a:cxn ang="0">
                  <a:pos x="557" y="719"/>
                </a:cxn>
                <a:cxn ang="0">
                  <a:pos x="619" y="672"/>
                </a:cxn>
                <a:cxn ang="0">
                  <a:pos x="670" y="600"/>
                </a:cxn>
                <a:cxn ang="0">
                  <a:pos x="701" y="512"/>
                </a:cxn>
                <a:cxn ang="0">
                  <a:pos x="712" y="410"/>
                </a:cxn>
                <a:cxn ang="0">
                  <a:pos x="701" y="319"/>
                </a:cxn>
                <a:cxn ang="0">
                  <a:pos x="673" y="241"/>
                </a:cxn>
                <a:cxn ang="0">
                  <a:pos x="629" y="173"/>
                </a:cxn>
                <a:cxn ang="0">
                  <a:pos x="576" y="120"/>
                </a:cxn>
                <a:cxn ang="0">
                  <a:pos x="511" y="82"/>
                </a:cxn>
                <a:cxn ang="0">
                  <a:pos x="436" y="59"/>
                </a:cxn>
                <a:cxn ang="0">
                  <a:pos x="355" y="48"/>
                </a:cxn>
                <a:cxn ang="0">
                  <a:pos x="294" y="46"/>
                </a:cxn>
                <a:cxn ang="0">
                  <a:pos x="265" y="55"/>
                </a:cxn>
                <a:cxn ang="0">
                  <a:pos x="245" y="72"/>
                </a:cxn>
                <a:cxn ang="0">
                  <a:pos x="241" y="715"/>
                </a:cxn>
                <a:cxn ang="0">
                  <a:pos x="251" y="752"/>
                </a:cxn>
                <a:cxn ang="0">
                  <a:pos x="272" y="767"/>
                </a:cxn>
                <a:cxn ang="0">
                  <a:pos x="308" y="770"/>
                </a:cxn>
                <a:cxn ang="0">
                  <a:pos x="359" y="769"/>
                </a:cxn>
              </a:cxnLst>
              <a:rect l="0" t="0" r="r" b="b"/>
              <a:pathLst>
                <a:path w="844" h="811">
                  <a:moveTo>
                    <a:pt x="0" y="811"/>
                  </a:moveTo>
                  <a:lnTo>
                    <a:pt x="0" y="790"/>
                  </a:lnTo>
                  <a:lnTo>
                    <a:pt x="31" y="790"/>
                  </a:lnTo>
                  <a:lnTo>
                    <a:pt x="55" y="787"/>
                  </a:lnTo>
                  <a:lnTo>
                    <a:pt x="75" y="781"/>
                  </a:lnTo>
                  <a:lnTo>
                    <a:pt x="92" y="770"/>
                  </a:lnTo>
                  <a:lnTo>
                    <a:pt x="104" y="756"/>
                  </a:lnTo>
                  <a:lnTo>
                    <a:pt x="110" y="743"/>
                  </a:lnTo>
                  <a:lnTo>
                    <a:pt x="114" y="724"/>
                  </a:lnTo>
                  <a:lnTo>
                    <a:pt x="115" y="698"/>
                  </a:lnTo>
                  <a:lnTo>
                    <a:pt x="117" y="667"/>
                  </a:lnTo>
                  <a:lnTo>
                    <a:pt x="117" y="143"/>
                  </a:lnTo>
                  <a:lnTo>
                    <a:pt x="115" y="110"/>
                  </a:lnTo>
                  <a:lnTo>
                    <a:pt x="113" y="84"/>
                  </a:lnTo>
                  <a:lnTo>
                    <a:pt x="107" y="66"/>
                  </a:lnTo>
                  <a:lnTo>
                    <a:pt x="100" y="53"/>
                  </a:lnTo>
                  <a:lnTo>
                    <a:pt x="87" y="42"/>
                  </a:lnTo>
                  <a:lnTo>
                    <a:pt x="72" y="34"/>
                  </a:lnTo>
                  <a:lnTo>
                    <a:pt x="52" y="28"/>
                  </a:lnTo>
                  <a:lnTo>
                    <a:pt x="31" y="2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70" y="0"/>
                  </a:lnTo>
                  <a:lnTo>
                    <a:pt x="411" y="3"/>
                  </a:lnTo>
                  <a:lnTo>
                    <a:pt x="453" y="7"/>
                  </a:lnTo>
                  <a:lnTo>
                    <a:pt x="497" y="14"/>
                  </a:lnTo>
                  <a:lnTo>
                    <a:pt x="539" y="22"/>
                  </a:lnTo>
                  <a:lnTo>
                    <a:pt x="580" y="34"/>
                  </a:lnTo>
                  <a:lnTo>
                    <a:pt x="621" y="49"/>
                  </a:lnTo>
                  <a:lnTo>
                    <a:pt x="659" y="66"/>
                  </a:lnTo>
                  <a:lnTo>
                    <a:pt x="694" y="89"/>
                  </a:lnTo>
                  <a:lnTo>
                    <a:pt x="726" y="114"/>
                  </a:lnTo>
                  <a:lnTo>
                    <a:pt x="756" y="143"/>
                  </a:lnTo>
                  <a:lnTo>
                    <a:pt x="780" y="179"/>
                  </a:lnTo>
                  <a:lnTo>
                    <a:pt x="801" y="218"/>
                  </a:lnTo>
                  <a:lnTo>
                    <a:pt x="819" y="260"/>
                  </a:lnTo>
                  <a:lnTo>
                    <a:pt x="833" y="304"/>
                  </a:lnTo>
                  <a:lnTo>
                    <a:pt x="842" y="352"/>
                  </a:lnTo>
                  <a:lnTo>
                    <a:pt x="844" y="401"/>
                  </a:lnTo>
                  <a:lnTo>
                    <a:pt x="842" y="456"/>
                  </a:lnTo>
                  <a:lnTo>
                    <a:pt x="833" y="508"/>
                  </a:lnTo>
                  <a:lnTo>
                    <a:pt x="819" y="556"/>
                  </a:lnTo>
                  <a:lnTo>
                    <a:pt x="799" y="603"/>
                  </a:lnTo>
                  <a:lnTo>
                    <a:pt x="773" y="645"/>
                  </a:lnTo>
                  <a:lnTo>
                    <a:pt x="742" y="684"/>
                  </a:lnTo>
                  <a:lnTo>
                    <a:pt x="709" y="714"/>
                  </a:lnTo>
                  <a:lnTo>
                    <a:pt x="673" y="739"/>
                  </a:lnTo>
                  <a:lnTo>
                    <a:pt x="629" y="762"/>
                  </a:lnTo>
                  <a:lnTo>
                    <a:pt x="583" y="779"/>
                  </a:lnTo>
                  <a:lnTo>
                    <a:pt x="532" y="793"/>
                  </a:lnTo>
                  <a:lnTo>
                    <a:pt x="479" y="802"/>
                  </a:lnTo>
                  <a:lnTo>
                    <a:pt x="421" y="810"/>
                  </a:lnTo>
                  <a:lnTo>
                    <a:pt x="363" y="811"/>
                  </a:lnTo>
                  <a:lnTo>
                    <a:pt x="0" y="811"/>
                  </a:lnTo>
                  <a:close/>
                  <a:moveTo>
                    <a:pt x="359" y="769"/>
                  </a:moveTo>
                  <a:lnTo>
                    <a:pt x="400" y="767"/>
                  </a:lnTo>
                  <a:lnTo>
                    <a:pt x="441" y="760"/>
                  </a:lnTo>
                  <a:lnTo>
                    <a:pt x="481" y="750"/>
                  </a:lnTo>
                  <a:lnTo>
                    <a:pt x="519" y="736"/>
                  </a:lnTo>
                  <a:lnTo>
                    <a:pt x="557" y="719"/>
                  </a:lnTo>
                  <a:lnTo>
                    <a:pt x="590" y="697"/>
                  </a:lnTo>
                  <a:lnTo>
                    <a:pt x="619" y="672"/>
                  </a:lnTo>
                  <a:lnTo>
                    <a:pt x="647" y="638"/>
                  </a:lnTo>
                  <a:lnTo>
                    <a:pt x="670" y="600"/>
                  </a:lnTo>
                  <a:lnTo>
                    <a:pt x="688" y="557"/>
                  </a:lnTo>
                  <a:lnTo>
                    <a:pt x="701" y="512"/>
                  </a:lnTo>
                  <a:lnTo>
                    <a:pt x="709" y="463"/>
                  </a:lnTo>
                  <a:lnTo>
                    <a:pt x="712" y="410"/>
                  </a:lnTo>
                  <a:lnTo>
                    <a:pt x="709" y="363"/>
                  </a:lnTo>
                  <a:lnTo>
                    <a:pt x="701" y="319"/>
                  </a:lnTo>
                  <a:lnTo>
                    <a:pt x="690" y="279"/>
                  </a:lnTo>
                  <a:lnTo>
                    <a:pt x="673" y="241"/>
                  </a:lnTo>
                  <a:lnTo>
                    <a:pt x="653" y="205"/>
                  </a:lnTo>
                  <a:lnTo>
                    <a:pt x="629" y="173"/>
                  </a:lnTo>
                  <a:lnTo>
                    <a:pt x="604" y="145"/>
                  </a:lnTo>
                  <a:lnTo>
                    <a:pt x="576" y="120"/>
                  </a:lnTo>
                  <a:lnTo>
                    <a:pt x="545" y="98"/>
                  </a:lnTo>
                  <a:lnTo>
                    <a:pt x="511" y="82"/>
                  </a:lnTo>
                  <a:lnTo>
                    <a:pt x="474" y="69"/>
                  </a:lnTo>
                  <a:lnTo>
                    <a:pt x="436" y="59"/>
                  </a:lnTo>
                  <a:lnTo>
                    <a:pt x="395" y="52"/>
                  </a:lnTo>
                  <a:lnTo>
                    <a:pt x="355" y="48"/>
                  </a:lnTo>
                  <a:lnTo>
                    <a:pt x="342" y="46"/>
                  </a:lnTo>
                  <a:lnTo>
                    <a:pt x="294" y="46"/>
                  </a:lnTo>
                  <a:lnTo>
                    <a:pt x="279" y="49"/>
                  </a:lnTo>
                  <a:lnTo>
                    <a:pt x="265" y="55"/>
                  </a:lnTo>
                  <a:lnTo>
                    <a:pt x="252" y="62"/>
                  </a:lnTo>
                  <a:lnTo>
                    <a:pt x="245" y="72"/>
                  </a:lnTo>
                  <a:lnTo>
                    <a:pt x="241" y="84"/>
                  </a:lnTo>
                  <a:lnTo>
                    <a:pt x="241" y="715"/>
                  </a:lnTo>
                  <a:lnTo>
                    <a:pt x="245" y="738"/>
                  </a:lnTo>
                  <a:lnTo>
                    <a:pt x="251" y="752"/>
                  </a:lnTo>
                  <a:lnTo>
                    <a:pt x="259" y="762"/>
                  </a:lnTo>
                  <a:lnTo>
                    <a:pt x="272" y="767"/>
                  </a:lnTo>
                  <a:lnTo>
                    <a:pt x="289" y="770"/>
                  </a:lnTo>
                  <a:lnTo>
                    <a:pt x="308" y="770"/>
                  </a:lnTo>
                  <a:lnTo>
                    <a:pt x="331" y="769"/>
                  </a:lnTo>
                  <a:lnTo>
                    <a:pt x="359" y="76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3" name="Freeform 207"/>
            <p:cNvSpPr>
              <a:spLocks/>
            </p:cNvSpPr>
            <p:nvPr/>
          </p:nvSpPr>
          <p:spPr bwMode="auto">
            <a:xfrm>
              <a:off x="610027" y="1249351"/>
              <a:ext cx="74402" cy="93691"/>
            </a:xfrm>
            <a:custGeom>
              <a:avLst/>
              <a:gdLst/>
              <a:ahLst/>
              <a:cxnLst>
                <a:cxn ang="0">
                  <a:pos x="59" y="187"/>
                </a:cxn>
                <a:cxn ang="0">
                  <a:pos x="59" y="16"/>
                </a:cxn>
                <a:cxn ang="0">
                  <a:pos x="0" y="16"/>
                </a:cxn>
                <a:cxn ang="0">
                  <a:pos x="0" y="0"/>
                </a:cxn>
                <a:cxn ang="0">
                  <a:pos x="135" y="0"/>
                </a:cxn>
                <a:cxn ang="0">
                  <a:pos x="135" y="16"/>
                </a:cxn>
                <a:cxn ang="0">
                  <a:pos x="76" y="16"/>
                </a:cxn>
                <a:cxn ang="0">
                  <a:pos x="76" y="187"/>
                </a:cxn>
                <a:cxn ang="0">
                  <a:pos x="59" y="187"/>
                </a:cxn>
              </a:cxnLst>
              <a:rect l="0" t="0" r="r" b="b"/>
              <a:pathLst>
                <a:path w="135" h="187">
                  <a:moveTo>
                    <a:pt x="59" y="187"/>
                  </a:moveTo>
                  <a:lnTo>
                    <a:pt x="59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35" y="0"/>
                  </a:lnTo>
                  <a:lnTo>
                    <a:pt x="135" y="16"/>
                  </a:lnTo>
                  <a:lnTo>
                    <a:pt x="76" y="16"/>
                  </a:lnTo>
                  <a:lnTo>
                    <a:pt x="76" y="187"/>
                  </a:lnTo>
                  <a:lnTo>
                    <a:pt x="59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4" name="Freeform 208"/>
            <p:cNvSpPr>
              <a:spLocks noEditPoints="1"/>
            </p:cNvSpPr>
            <p:nvPr/>
          </p:nvSpPr>
          <p:spPr bwMode="auto">
            <a:xfrm>
              <a:off x="682224" y="1273400"/>
              <a:ext cx="64482" cy="72147"/>
            </a:xfrm>
            <a:custGeom>
              <a:avLst/>
              <a:gdLst/>
              <a:ahLst/>
              <a:cxnLst>
                <a:cxn ang="0">
                  <a:pos x="16" y="75"/>
                </a:cxn>
                <a:cxn ang="0">
                  <a:pos x="16" y="76"/>
                </a:cxn>
                <a:cxn ang="0">
                  <a:pos x="17" y="92"/>
                </a:cxn>
                <a:cxn ang="0">
                  <a:pos x="21" y="104"/>
                </a:cxn>
                <a:cxn ang="0">
                  <a:pos x="27" y="116"/>
                </a:cxn>
                <a:cxn ang="0">
                  <a:pos x="37" y="124"/>
                </a:cxn>
                <a:cxn ang="0">
                  <a:pos x="47" y="128"/>
                </a:cxn>
                <a:cxn ang="0">
                  <a:pos x="59" y="130"/>
                </a:cxn>
                <a:cxn ang="0">
                  <a:pos x="75" y="128"/>
                </a:cxn>
                <a:cxn ang="0">
                  <a:pos x="86" y="121"/>
                </a:cxn>
                <a:cxn ang="0">
                  <a:pos x="94" y="111"/>
                </a:cxn>
                <a:cxn ang="0">
                  <a:pos x="100" y="99"/>
                </a:cxn>
                <a:cxn ang="0">
                  <a:pos x="116" y="99"/>
                </a:cxn>
                <a:cxn ang="0">
                  <a:pos x="110" y="117"/>
                </a:cxn>
                <a:cxn ang="0">
                  <a:pos x="97" y="131"/>
                </a:cxn>
                <a:cxn ang="0">
                  <a:pos x="80" y="141"/>
                </a:cxn>
                <a:cxn ang="0">
                  <a:pos x="59" y="144"/>
                </a:cxn>
                <a:cxn ang="0">
                  <a:pos x="42" y="142"/>
                </a:cxn>
                <a:cxn ang="0">
                  <a:pos x="27" y="135"/>
                </a:cxn>
                <a:cxn ang="0">
                  <a:pos x="16" y="125"/>
                </a:cxn>
                <a:cxn ang="0">
                  <a:pos x="7" y="111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6" y="20"/>
                </a:cxn>
                <a:cxn ang="0">
                  <a:pos x="27" y="9"/>
                </a:cxn>
                <a:cxn ang="0">
                  <a:pos x="42" y="3"/>
                </a:cxn>
                <a:cxn ang="0">
                  <a:pos x="59" y="0"/>
                </a:cxn>
                <a:cxn ang="0">
                  <a:pos x="76" y="3"/>
                </a:cxn>
                <a:cxn ang="0">
                  <a:pos x="90" y="9"/>
                </a:cxn>
                <a:cxn ang="0">
                  <a:pos x="101" y="18"/>
                </a:cxn>
                <a:cxn ang="0">
                  <a:pos x="110" y="32"/>
                </a:cxn>
                <a:cxn ang="0">
                  <a:pos x="116" y="49"/>
                </a:cxn>
                <a:cxn ang="0">
                  <a:pos x="117" y="70"/>
                </a:cxn>
                <a:cxn ang="0">
                  <a:pos x="117" y="75"/>
                </a:cxn>
                <a:cxn ang="0">
                  <a:pos x="16" y="75"/>
                </a:cxn>
                <a:cxn ang="0">
                  <a:pos x="16" y="62"/>
                </a:cxn>
                <a:cxn ang="0">
                  <a:pos x="101" y="62"/>
                </a:cxn>
                <a:cxn ang="0">
                  <a:pos x="97" y="42"/>
                </a:cxn>
                <a:cxn ang="0">
                  <a:pos x="89" y="27"/>
                </a:cxn>
                <a:cxn ang="0">
                  <a:pos x="76" y="17"/>
                </a:cxn>
                <a:cxn ang="0">
                  <a:pos x="59" y="14"/>
                </a:cxn>
                <a:cxn ang="0">
                  <a:pos x="42" y="17"/>
                </a:cxn>
                <a:cxn ang="0">
                  <a:pos x="28" y="27"/>
                </a:cxn>
                <a:cxn ang="0">
                  <a:pos x="20" y="42"/>
                </a:cxn>
                <a:cxn ang="0">
                  <a:pos x="16" y="62"/>
                </a:cxn>
              </a:cxnLst>
              <a:rect l="0" t="0" r="r" b="b"/>
              <a:pathLst>
                <a:path w="117" h="144">
                  <a:moveTo>
                    <a:pt x="16" y="75"/>
                  </a:moveTo>
                  <a:lnTo>
                    <a:pt x="16" y="76"/>
                  </a:lnTo>
                  <a:lnTo>
                    <a:pt x="17" y="92"/>
                  </a:lnTo>
                  <a:lnTo>
                    <a:pt x="21" y="104"/>
                  </a:lnTo>
                  <a:lnTo>
                    <a:pt x="27" y="116"/>
                  </a:lnTo>
                  <a:lnTo>
                    <a:pt x="37" y="124"/>
                  </a:lnTo>
                  <a:lnTo>
                    <a:pt x="47" y="128"/>
                  </a:lnTo>
                  <a:lnTo>
                    <a:pt x="59" y="130"/>
                  </a:lnTo>
                  <a:lnTo>
                    <a:pt x="75" y="128"/>
                  </a:lnTo>
                  <a:lnTo>
                    <a:pt x="86" y="121"/>
                  </a:lnTo>
                  <a:lnTo>
                    <a:pt x="94" y="111"/>
                  </a:lnTo>
                  <a:lnTo>
                    <a:pt x="100" y="99"/>
                  </a:lnTo>
                  <a:lnTo>
                    <a:pt x="116" y="99"/>
                  </a:lnTo>
                  <a:lnTo>
                    <a:pt x="110" y="117"/>
                  </a:lnTo>
                  <a:lnTo>
                    <a:pt x="97" y="131"/>
                  </a:lnTo>
                  <a:lnTo>
                    <a:pt x="80" y="141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7" y="135"/>
                  </a:lnTo>
                  <a:lnTo>
                    <a:pt x="16" y="125"/>
                  </a:lnTo>
                  <a:lnTo>
                    <a:pt x="7" y="111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6" y="20"/>
                  </a:lnTo>
                  <a:lnTo>
                    <a:pt x="27" y="9"/>
                  </a:lnTo>
                  <a:lnTo>
                    <a:pt x="42" y="3"/>
                  </a:lnTo>
                  <a:lnTo>
                    <a:pt x="59" y="0"/>
                  </a:lnTo>
                  <a:lnTo>
                    <a:pt x="76" y="3"/>
                  </a:lnTo>
                  <a:lnTo>
                    <a:pt x="90" y="9"/>
                  </a:lnTo>
                  <a:lnTo>
                    <a:pt x="101" y="18"/>
                  </a:lnTo>
                  <a:lnTo>
                    <a:pt x="110" y="32"/>
                  </a:lnTo>
                  <a:lnTo>
                    <a:pt x="116" y="49"/>
                  </a:lnTo>
                  <a:lnTo>
                    <a:pt x="117" y="70"/>
                  </a:lnTo>
                  <a:lnTo>
                    <a:pt x="117" y="75"/>
                  </a:lnTo>
                  <a:lnTo>
                    <a:pt x="16" y="75"/>
                  </a:lnTo>
                  <a:close/>
                  <a:moveTo>
                    <a:pt x="16" y="62"/>
                  </a:moveTo>
                  <a:lnTo>
                    <a:pt x="101" y="62"/>
                  </a:lnTo>
                  <a:lnTo>
                    <a:pt x="97" y="42"/>
                  </a:lnTo>
                  <a:lnTo>
                    <a:pt x="89" y="27"/>
                  </a:lnTo>
                  <a:lnTo>
                    <a:pt x="76" y="17"/>
                  </a:lnTo>
                  <a:lnTo>
                    <a:pt x="59" y="14"/>
                  </a:lnTo>
                  <a:lnTo>
                    <a:pt x="42" y="17"/>
                  </a:lnTo>
                  <a:lnTo>
                    <a:pt x="28" y="27"/>
                  </a:lnTo>
                  <a:lnTo>
                    <a:pt x="20" y="42"/>
                  </a:lnTo>
                  <a:lnTo>
                    <a:pt x="16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5" name="Freeform 209"/>
            <p:cNvSpPr>
              <a:spLocks/>
            </p:cNvSpPr>
            <p:nvPr/>
          </p:nvSpPr>
          <p:spPr bwMode="auto">
            <a:xfrm>
              <a:off x="768200" y="1273400"/>
              <a:ext cx="63930" cy="72147"/>
            </a:xfrm>
            <a:custGeom>
              <a:avLst/>
              <a:gdLst/>
              <a:ahLst/>
              <a:cxnLst>
                <a:cxn ang="0">
                  <a:pos x="100" y="93"/>
                </a:cxn>
                <a:cxn ang="0">
                  <a:pos x="116" y="93"/>
                </a:cxn>
                <a:cxn ang="0">
                  <a:pos x="113" y="107"/>
                </a:cxn>
                <a:cxn ang="0">
                  <a:pos x="107" y="120"/>
                </a:cxn>
                <a:cxn ang="0">
                  <a:pos x="99" y="130"/>
                </a:cxn>
                <a:cxn ang="0">
                  <a:pos x="81" y="141"/>
                </a:cxn>
                <a:cxn ang="0">
                  <a:pos x="59" y="144"/>
                </a:cxn>
                <a:cxn ang="0">
                  <a:pos x="43" y="141"/>
                </a:cxn>
                <a:cxn ang="0">
                  <a:pos x="27" y="135"/>
                </a:cxn>
                <a:cxn ang="0">
                  <a:pos x="16" y="124"/>
                </a:cxn>
                <a:cxn ang="0">
                  <a:pos x="7" y="110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6" y="20"/>
                </a:cxn>
                <a:cxn ang="0">
                  <a:pos x="28" y="9"/>
                </a:cxn>
                <a:cxn ang="0">
                  <a:pos x="43" y="3"/>
                </a:cxn>
                <a:cxn ang="0">
                  <a:pos x="59" y="0"/>
                </a:cxn>
                <a:cxn ang="0">
                  <a:pos x="74" y="1"/>
                </a:cxn>
                <a:cxn ang="0">
                  <a:pos x="86" y="6"/>
                </a:cxn>
                <a:cxn ang="0">
                  <a:pos x="97" y="14"/>
                </a:cxn>
                <a:cxn ang="0">
                  <a:pos x="106" y="24"/>
                </a:cxn>
                <a:cxn ang="0">
                  <a:pos x="112" y="35"/>
                </a:cxn>
                <a:cxn ang="0">
                  <a:pos x="113" y="48"/>
                </a:cxn>
                <a:cxn ang="0">
                  <a:pos x="99" y="48"/>
                </a:cxn>
                <a:cxn ang="0">
                  <a:pos x="95" y="34"/>
                </a:cxn>
                <a:cxn ang="0">
                  <a:pos x="86" y="24"/>
                </a:cxn>
                <a:cxn ang="0">
                  <a:pos x="75" y="17"/>
                </a:cxn>
                <a:cxn ang="0">
                  <a:pos x="59" y="14"/>
                </a:cxn>
                <a:cxn ang="0">
                  <a:pos x="47" y="16"/>
                </a:cxn>
                <a:cxn ang="0">
                  <a:pos x="37" y="21"/>
                </a:cxn>
                <a:cxn ang="0">
                  <a:pos x="28" y="30"/>
                </a:cxn>
                <a:cxn ang="0">
                  <a:pos x="21" y="41"/>
                </a:cxn>
                <a:cxn ang="0">
                  <a:pos x="17" y="55"/>
                </a:cxn>
                <a:cxn ang="0">
                  <a:pos x="16" y="72"/>
                </a:cxn>
                <a:cxn ang="0">
                  <a:pos x="17" y="89"/>
                </a:cxn>
                <a:cxn ang="0">
                  <a:pos x="21" y="103"/>
                </a:cxn>
                <a:cxn ang="0">
                  <a:pos x="28" y="114"/>
                </a:cxn>
                <a:cxn ang="0">
                  <a:pos x="37" y="123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5" y="127"/>
                </a:cxn>
                <a:cxn ang="0">
                  <a:pos x="86" y="120"/>
                </a:cxn>
                <a:cxn ang="0">
                  <a:pos x="95" y="108"/>
                </a:cxn>
                <a:cxn ang="0">
                  <a:pos x="100" y="93"/>
                </a:cxn>
              </a:cxnLst>
              <a:rect l="0" t="0" r="r" b="b"/>
              <a:pathLst>
                <a:path w="116" h="144">
                  <a:moveTo>
                    <a:pt x="100" y="93"/>
                  </a:moveTo>
                  <a:lnTo>
                    <a:pt x="116" y="93"/>
                  </a:lnTo>
                  <a:lnTo>
                    <a:pt x="113" y="107"/>
                  </a:lnTo>
                  <a:lnTo>
                    <a:pt x="107" y="120"/>
                  </a:lnTo>
                  <a:lnTo>
                    <a:pt x="99" y="130"/>
                  </a:lnTo>
                  <a:lnTo>
                    <a:pt x="81" y="141"/>
                  </a:lnTo>
                  <a:lnTo>
                    <a:pt x="59" y="144"/>
                  </a:lnTo>
                  <a:lnTo>
                    <a:pt x="43" y="141"/>
                  </a:lnTo>
                  <a:lnTo>
                    <a:pt x="27" y="135"/>
                  </a:lnTo>
                  <a:lnTo>
                    <a:pt x="16" y="124"/>
                  </a:lnTo>
                  <a:lnTo>
                    <a:pt x="7" y="110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6" y="20"/>
                  </a:lnTo>
                  <a:lnTo>
                    <a:pt x="28" y="9"/>
                  </a:lnTo>
                  <a:lnTo>
                    <a:pt x="43" y="3"/>
                  </a:lnTo>
                  <a:lnTo>
                    <a:pt x="59" y="0"/>
                  </a:lnTo>
                  <a:lnTo>
                    <a:pt x="74" y="1"/>
                  </a:lnTo>
                  <a:lnTo>
                    <a:pt x="86" y="6"/>
                  </a:lnTo>
                  <a:lnTo>
                    <a:pt x="97" y="14"/>
                  </a:lnTo>
                  <a:lnTo>
                    <a:pt x="106" y="24"/>
                  </a:lnTo>
                  <a:lnTo>
                    <a:pt x="112" y="35"/>
                  </a:lnTo>
                  <a:lnTo>
                    <a:pt x="113" y="48"/>
                  </a:lnTo>
                  <a:lnTo>
                    <a:pt x="99" y="48"/>
                  </a:lnTo>
                  <a:lnTo>
                    <a:pt x="95" y="34"/>
                  </a:lnTo>
                  <a:lnTo>
                    <a:pt x="86" y="24"/>
                  </a:lnTo>
                  <a:lnTo>
                    <a:pt x="75" y="17"/>
                  </a:lnTo>
                  <a:lnTo>
                    <a:pt x="59" y="14"/>
                  </a:lnTo>
                  <a:lnTo>
                    <a:pt x="47" y="16"/>
                  </a:lnTo>
                  <a:lnTo>
                    <a:pt x="37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7" y="55"/>
                  </a:lnTo>
                  <a:lnTo>
                    <a:pt x="16" y="72"/>
                  </a:lnTo>
                  <a:lnTo>
                    <a:pt x="17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7" y="123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5" y="127"/>
                  </a:lnTo>
                  <a:lnTo>
                    <a:pt x="86" y="120"/>
                  </a:lnTo>
                  <a:lnTo>
                    <a:pt x="95" y="108"/>
                  </a:lnTo>
                  <a:lnTo>
                    <a:pt x="100" y="9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6" name="Freeform 210"/>
            <p:cNvSpPr>
              <a:spLocks/>
            </p:cNvSpPr>
            <p:nvPr/>
          </p:nvSpPr>
          <p:spPr bwMode="auto">
            <a:xfrm>
              <a:off x="855829" y="1249351"/>
              <a:ext cx="58970" cy="93691"/>
            </a:xfrm>
            <a:custGeom>
              <a:avLst/>
              <a:gdLst/>
              <a:ahLst/>
              <a:cxnLst>
                <a:cxn ang="0">
                  <a:pos x="0" y="187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16" y="73"/>
                </a:cxn>
                <a:cxn ang="0">
                  <a:pos x="27" y="59"/>
                </a:cxn>
                <a:cxn ang="0">
                  <a:pos x="34" y="55"/>
                </a:cxn>
                <a:cxn ang="0">
                  <a:pos x="47" y="49"/>
                </a:cxn>
                <a:cxn ang="0">
                  <a:pos x="61" y="48"/>
                </a:cxn>
                <a:cxn ang="0">
                  <a:pos x="74" y="49"/>
                </a:cxn>
                <a:cxn ang="0">
                  <a:pos x="85" y="54"/>
                </a:cxn>
                <a:cxn ang="0">
                  <a:pos x="90" y="57"/>
                </a:cxn>
                <a:cxn ang="0">
                  <a:pos x="95" y="59"/>
                </a:cxn>
                <a:cxn ang="0">
                  <a:pos x="99" y="64"/>
                </a:cxn>
                <a:cxn ang="0">
                  <a:pos x="102" y="68"/>
                </a:cxn>
                <a:cxn ang="0">
                  <a:pos x="103" y="73"/>
                </a:cxn>
                <a:cxn ang="0">
                  <a:pos x="106" y="80"/>
                </a:cxn>
                <a:cxn ang="0">
                  <a:pos x="106" y="90"/>
                </a:cxn>
                <a:cxn ang="0">
                  <a:pos x="107" y="106"/>
                </a:cxn>
                <a:cxn ang="0">
                  <a:pos x="107" y="187"/>
                </a:cxn>
                <a:cxn ang="0">
                  <a:pos x="90" y="187"/>
                </a:cxn>
                <a:cxn ang="0">
                  <a:pos x="90" y="106"/>
                </a:cxn>
                <a:cxn ang="0">
                  <a:pos x="89" y="90"/>
                </a:cxn>
                <a:cxn ang="0">
                  <a:pos x="88" y="79"/>
                </a:cxn>
                <a:cxn ang="0">
                  <a:pos x="83" y="72"/>
                </a:cxn>
                <a:cxn ang="0">
                  <a:pos x="78" y="68"/>
                </a:cxn>
                <a:cxn ang="0">
                  <a:pos x="69" y="65"/>
                </a:cxn>
                <a:cxn ang="0">
                  <a:pos x="58" y="64"/>
                </a:cxn>
                <a:cxn ang="0">
                  <a:pos x="45" y="65"/>
                </a:cxn>
                <a:cxn ang="0">
                  <a:pos x="36" y="68"/>
                </a:cxn>
                <a:cxn ang="0">
                  <a:pos x="27" y="75"/>
                </a:cxn>
                <a:cxn ang="0">
                  <a:pos x="19" y="89"/>
                </a:cxn>
                <a:cxn ang="0">
                  <a:pos x="16" y="107"/>
                </a:cxn>
                <a:cxn ang="0">
                  <a:pos x="16" y="187"/>
                </a:cxn>
                <a:cxn ang="0">
                  <a:pos x="0" y="187"/>
                </a:cxn>
              </a:cxnLst>
              <a:rect l="0" t="0" r="r" b="b"/>
              <a:pathLst>
                <a:path w="107" h="187">
                  <a:moveTo>
                    <a:pt x="0" y="1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16" y="73"/>
                  </a:lnTo>
                  <a:lnTo>
                    <a:pt x="27" y="59"/>
                  </a:lnTo>
                  <a:lnTo>
                    <a:pt x="34" y="55"/>
                  </a:lnTo>
                  <a:lnTo>
                    <a:pt x="47" y="49"/>
                  </a:lnTo>
                  <a:lnTo>
                    <a:pt x="61" y="48"/>
                  </a:lnTo>
                  <a:lnTo>
                    <a:pt x="74" y="49"/>
                  </a:lnTo>
                  <a:lnTo>
                    <a:pt x="85" y="54"/>
                  </a:lnTo>
                  <a:lnTo>
                    <a:pt x="90" y="57"/>
                  </a:lnTo>
                  <a:lnTo>
                    <a:pt x="95" y="59"/>
                  </a:lnTo>
                  <a:lnTo>
                    <a:pt x="99" y="64"/>
                  </a:lnTo>
                  <a:lnTo>
                    <a:pt x="102" y="68"/>
                  </a:lnTo>
                  <a:lnTo>
                    <a:pt x="103" y="73"/>
                  </a:lnTo>
                  <a:lnTo>
                    <a:pt x="106" y="80"/>
                  </a:lnTo>
                  <a:lnTo>
                    <a:pt x="106" y="90"/>
                  </a:lnTo>
                  <a:lnTo>
                    <a:pt x="107" y="106"/>
                  </a:lnTo>
                  <a:lnTo>
                    <a:pt x="107" y="187"/>
                  </a:lnTo>
                  <a:lnTo>
                    <a:pt x="90" y="187"/>
                  </a:lnTo>
                  <a:lnTo>
                    <a:pt x="90" y="106"/>
                  </a:lnTo>
                  <a:lnTo>
                    <a:pt x="89" y="90"/>
                  </a:lnTo>
                  <a:lnTo>
                    <a:pt x="88" y="79"/>
                  </a:lnTo>
                  <a:lnTo>
                    <a:pt x="83" y="72"/>
                  </a:lnTo>
                  <a:lnTo>
                    <a:pt x="78" y="68"/>
                  </a:lnTo>
                  <a:lnTo>
                    <a:pt x="69" y="65"/>
                  </a:lnTo>
                  <a:lnTo>
                    <a:pt x="58" y="64"/>
                  </a:lnTo>
                  <a:lnTo>
                    <a:pt x="45" y="65"/>
                  </a:lnTo>
                  <a:lnTo>
                    <a:pt x="36" y="68"/>
                  </a:lnTo>
                  <a:lnTo>
                    <a:pt x="27" y="75"/>
                  </a:lnTo>
                  <a:lnTo>
                    <a:pt x="19" y="89"/>
                  </a:lnTo>
                  <a:lnTo>
                    <a:pt x="16" y="107"/>
                  </a:lnTo>
                  <a:lnTo>
                    <a:pt x="16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7" name="Freeform 211"/>
            <p:cNvSpPr>
              <a:spLocks/>
            </p:cNvSpPr>
            <p:nvPr/>
          </p:nvSpPr>
          <p:spPr bwMode="auto">
            <a:xfrm>
              <a:off x="943457" y="1273400"/>
              <a:ext cx="58419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4" y="4"/>
                </a:cxn>
                <a:cxn ang="0">
                  <a:pos x="14" y="25"/>
                </a:cxn>
                <a:cxn ang="0">
                  <a:pos x="19" y="20"/>
                </a:cxn>
                <a:cxn ang="0">
                  <a:pos x="29" y="10"/>
                </a:cxn>
                <a:cxn ang="0">
                  <a:pos x="45" y="1"/>
                </a:cxn>
                <a:cxn ang="0">
                  <a:pos x="60" y="0"/>
                </a:cxn>
                <a:cxn ang="0">
                  <a:pos x="74" y="1"/>
                </a:cxn>
                <a:cxn ang="0">
                  <a:pos x="85" y="6"/>
                </a:cxn>
                <a:cxn ang="0">
                  <a:pos x="90" y="9"/>
                </a:cxn>
                <a:cxn ang="0">
                  <a:pos x="95" y="11"/>
                </a:cxn>
                <a:cxn ang="0">
                  <a:pos x="100" y="20"/>
                </a:cxn>
                <a:cxn ang="0">
                  <a:pos x="103" y="23"/>
                </a:cxn>
                <a:cxn ang="0">
                  <a:pos x="105" y="27"/>
                </a:cxn>
                <a:cxn ang="0">
                  <a:pos x="105" y="31"/>
                </a:cxn>
                <a:cxn ang="0">
                  <a:pos x="106" y="41"/>
                </a:cxn>
                <a:cxn ang="0">
                  <a:pos x="106" y="139"/>
                </a:cxn>
                <a:cxn ang="0">
                  <a:pos x="90" y="139"/>
                </a:cxn>
                <a:cxn ang="0">
                  <a:pos x="90" y="56"/>
                </a:cxn>
                <a:cxn ang="0">
                  <a:pos x="89" y="42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72" y="18"/>
                </a:cxn>
                <a:cxn ang="0">
                  <a:pos x="57" y="16"/>
                </a:cxn>
                <a:cxn ang="0">
                  <a:pos x="45" y="17"/>
                </a:cxn>
                <a:cxn ang="0">
                  <a:pos x="36" y="20"/>
                </a:cxn>
                <a:cxn ang="0">
                  <a:pos x="27" y="27"/>
                </a:cxn>
                <a:cxn ang="0">
                  <a:pos x="19" y="41"/>
                </a:cxn>
                <a:cxn ang="0">
                  <a:pos x="16" y="59"/>
                </a:cxn>
                <a:cxn ang="0">
                  <a:pos x="16" y="139"/>
                </a:cxn>
                <a:cxn ang="0">
                  <a:pos x="0" y="139"/>
                </a:cxn>
              </a:cxnLst>
              <a:rect l="0" t="0" r="r" b="b"/>
              <a:pathLst>
                <a:path w="106" h="139">
                  <a:moveTo>
                    <a:pt x="0" y="139"/>
                  </a:moveTo>
                  <a:lnTo>
                    <a:pt x="0" y="4"/>
                  </a:lnTo>
                  <a:lnTo>
                    <a:pt x="14" y="4"/>
                  </a:lnTo>
                  <a:lnTo>
                    <a:pt x="14" y="25"/>
                  </a:lnTo>
                  <a:lnTo>
                    <a:pt x="19" y="20"/>
                  </a:lnTo>
                  <a:lnTo>
                    <a:pt x="29" y="10"/>
                  </a:lnTo>
                  <a:lnTo>
                    <a:pt x="45" y="1"/>
                  </a:lnTo>
                  <a:lnTo>
                    <a:pt x="60" y="0"/>
                  </a:lnTo>
                  <a:lnTo>
                    <a:pt x="74" y="1"/>
                  </a:lnTo>
                  <a:lnTo>
                    <a:pt x="85" y="6"/>
                  </a:lnTo>
                  <a:lnTo>
                    <a:pt x="90" y="9"/>
                  </a:lnTo>
                  <a:lnTo>
                    <a:pt x="95" y="11"/>
                  </a:lnTo>
                  <a:lnTo>
                    <a:pt x="100" y="20"/>
                  </a:lnTo>
                  <a:lnTo>
                    <a:pt x="103" y="23"/>
                  </a:lnTo>
                  <a:lnTo>
                    <a:pt x="105" y="27"/>
                  </a:lnTo>
                  <a:lnTo>
                    <a:pt x="105" y="31"/>
                  </a:lnTo>
                  <a:lnTo>
                    <a:pt x="106" y="41"/>
                  </a:lnTo>
                  <a:lnTo>
                    <a:pt x="106" y="139"/>
                  </a:lnTo>
                  <a:lnTo>
                    <a:pt x="90" y="139"/>
                  </a:lnTo>
                  <a:lnTo>
                    <a:pt x="90" y="56"/>
                  </a:lnTo>
                  <a:lnTo>
                    <a:pt x="89" y="42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72" y="18"/>
                  </a:lnTo>
                  <a:lnTo>
                    <a:pt x="57" y="16"/>
                  </a:lnTo>
                  <a:lnTo>
                    <a:pt x="45" y="17"/>
                  </a:lnTo>
                  <a:lnTo>
                    <a:pt x="36" y="20"/>
                  </a:lnTo>
                  <a:lnTo>
                    <a:pt x="27" y="27"/>
                  </a:lnTo>
                  <a:lnTo>
                    <a:pt x="19" y="41"/>
                  </a:lnTo>
                  <a:lnTo>
                    <a:pt x="16" y="59"/>
                  </a:lnTo>
                  <a:lnTo>
                    <a:pt x="16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8" name="Freeform 212"/>
            <p:cNvSpPr>
              <a:spLocks noEditPoints="1"/>
            </p:cNvSpPr>
            <p:nvPr/>
          </p:nvSpPr>
          <p:spPr bwMode="auto">
            <a:xfrm>
              <a:off x="1026677" y="1273400"/>
              <a:ext cx="68891" cy="72147"/>
            </a:xfrm>
            <a:custGeom>
              <a:avLst/>
              <a:gdLst/>
              <a:ahLst/>
              <a:cxnLst>
                <a:cxn ang="0">
                  <a:pos x="17" y="72"/>
                </a:cxn>
                <a:cxn ang="0">
                  <a:pos x="18" y="89"/>
                </a:cxn>
                <a:cxn ang="0">
                  <a:pos x="22" y="103"/>
                </a:cxn>
                <a:cxn ang="0">
                  <a:pos x="30" y="114"/>
                </a:cxn>
                <a:cxn ang="0">
                  <a:pos x="38" y="123"/>
                </a:cxn>
                <a:cxn ang="0">
                  <a:pos x="49" y="128"/>
                </a:cxn>
                <a:cxn ang="0">
                  <a:pos x="63" y="130"/>
                </a:cxn>
                <a:cxn ang="0">
                  <a:pos x="76" y="128"/>
                </a:cxn>
                <a:cxn ang="0">
                  <a:pos x="87" y="124"/>
                </a:cxn>
                <a:cxn ang="0">
                  <a:pos x="97" y="116"/>
                </a:cxn>
                <a:cxn ang="0">
                  <a:pos x="104" y="103"/>
                </a:cxn>
                <a:cxn ang="0">
                  <a:pos x="107" y="89"/>
                </a:cxn>
                <a:cxn ang="0">
                  <a:pos x="108" y="72"/>
                </a:cxn>
                <a:cxn ang="0">
                  <a:pos x="107" y="55"/>
                </a:cxn>
                <a:cxn ang="0">
                  <a:pos x="104" y="41"/>
                </a:cxn>
                <a:cxn ang="0">
                  <a:pos x="97" y="30"/>
                </a:cxn>
                <a:cxn ang="0">
                  <a:pos x="87" y="21"/>
                </a:cxn>
                <a:cxn ang="0">
                  <a:pos x="76" y="16"/>
                </a:cxn>
                <a:cxn ang="0">
                  <a:pos x="63" y="14"/>
                </a:cxn>
                <a:cxn ang="0">
                  <a:pos x="49" y="16"/>
                </a:cxn>
                <a:cxn ang="0">
                  <a:pos x="38" y="21"/>
                </a:cxn>
                <a:cxn ang="0">
                  <a:pos x="30" y="30"/>
                </a:cxn>
                <a:cxn ang="0">
                  <a:pos x="22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0" y="72"/>
                </a:cxn>
                <a:cxn ang="0">
                  <a:pos x="1" y="51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30" y="9"/>
                </a:cxn>
                <a:cxn ang="0">
                  <a:pos x="45" y="3"/>
                </a:cxn>
                <a:cxn ang="0">
                  <a:pos x="63" y="0"/>
                </a:cxn>
                <a:cxn ang="0">
                  <a:pos x="82" y="3"/>
                </a:cxn>
                <a:cxn ang="0">
                  <a:pos x="97" y="9"/>
                </a:cxn>
                <a:cxn ang="0">
                  <a:pos x="108" y="20"/>
                </a:cxn>
                <a:cxn ang="0">
                  <a:pos x="118" y="34"/>
                </a:cxn>
                <a:cxn ang="0">
                  <a:pos x="124" y="51"/>
                </a:cxn>
                <a:cxn ang="0">
                  <a:pos x="125" y="72"/>
                </a:cxn>
                <a:cxn ang="0">
                  <a:pos x="124" y="93"/>
                </a:cxn>
                <a:cxn ang="0">
                  <a:pos x="118" y="111"/>
                </a:cxn>
                <a:cxn ang="0">
                  <a:pos x="108" y="125"/>
                </a:cxn>
                <a:cxn ang="0">
                  <a:pos x="97" y="135"/>
                </a:cxn>
                <a:cxn ang="0">
                  <a:pos x="82" y="141"/>
                </a:cxn>
                <a:cxn ang="0">
                  <a:pos x="63" y="144"/>
                </a:cxn>
                <a:cxn ang="0">
                  <a:pos x="45" y="141"/>
                </a:cxn>
                <a:cxn ang="0">
                  <a:pos x="30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2"/>
                </a:cxn>
              </a:cxnLst>
              <a:rect l="0" t="0" r="r" b="b"/>
              <a:pathLst>
                <a:path w="125" h="144">
                  <a:moveTo>
                    <a:pt x="17" y="72"/>
                  </a:moveTo>
                  <a:lnTo>
                    <a:pt x="18" y="89"/>
                  </a:lnTo>
                  <a:lnTo>
                    <a:pt x="22" y="103"/>
                  </a:lnTo>
                  <a:lnTo>
                    <a:pt x="30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3" y="130"/>
                  </a:lnTo>
                  <a:lnTo>
                    <a:pt x="76" y="128"/>
                  </a:lnTo>
                  <a:lnTo>
                    <a:pt x="87" y="124"/>
                  </a:lnTo>
                  <a:lnTo>
                    <a:pt x="97" y="116"/>
                  </a:lnTo>
                  <a:lnTo>
                    <a:pt x="104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4" y="41"/>
                  </a:lnTo>
                  <a:lnTo>
                    <a:pt x="97" y="30"/>
                  </a:lnTo>
                  <a:lnTo>
                    <a:pt x="87" y="21"/>
                  </a:lnTo>
                  <a:lnTo>
                    <a:pt x="76" y="16"/>
                  </a:lnTo>
                  <a:lnTo>
                    <a:pt x="63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30" y="30"/>
                  </a:lnTo>
                  <a:lnTo>
                    <a:pt x="22" y="41"/>
                  </a:lnTo>
                  <a:lnTo>
                    <a:pt x="18" y="55"/>
                  </a:lnTo>
                  <a:lnTo>
                    <a:pt x="17" y="72"/>
                  </a:lnTo>
                  <a:close/>
                  <a:moveTo>
                    <a:pt x="0" y="72"/>
                  </a:moveTo>
                  <a:lnTo>
                    <a:pt x="1" y="51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30" y="9"/>
                  </a:lnTo>
                  <a:lnTo>
                    <a:pt x="45" y="3"/>
                  </a:lnTo>
                  <a:lnTo>
                    <a:pt x="63" y="0"/>
                  </a:lnTo>
                  <a:lnTo>
                    <a:pt x="82" y="3"/>
                  </a:lnTo>
                  <a:lnTo>
                    <a:pt x="97" y="9"/>
                  </a:lnTo>
                  <a:lnTo>
                    <a:pt x="108" y="20"/>
                  </a:lnTo>
                  <a:lnTo>
                    <a:pt x="118" y="34"/>
                  </a:lnTo>
                  <a:lnTo>
                    <a:pt x="124" y="51"/>
                  </a:lnTo>
                  <a:lnTo>
                    <a:pt x="125" y="72"/>
                  </a:lnTo>
                  <a:lnTo>
                    <a:pt x="124" y="93"/>
                  </a:lnTo>
                  <a:lnTo>
                    <a:pt x="118" y="111"/>
                  </a:lnTo>
                  <a:lnTo>
                    <a:pt x="108" y="125"/>
                  </a:lnTo>
                  <a:lnTo>
                    <a:pt x="97" y="135"/>
                  </a:lnTo>
                  <a:lnTo>
                    <a:pt x="82" y="141"/>
                  </a:lnTo>
                  <a:lnTo>
                    <a:pt x="63" y="144"/>
                  </a:lnTo>
                  <a:lnTo>
                    <a:pt x="45" y="141"/>
                  </a:lnTo>
                  <a:lnTo>
                    <a:pt x="30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9" name="Rectangle 213"/>
            <p:cNvSpPr>
              <a:spLocks noChangeArrowheads="1"/>
            </p:cNvSpPr>
            <p:nvPr/>
          </p:nvSpPr>
          <p:spPr bwMode="auto">
            <a:xfrm>
              <a:off x="1122022" y="1249351"/>
              <a:ext cx="8818" cy="9369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0" name="Freeform 214"/>
            <p:cNvSpPr>
              <a:spLocks noEditPoints="1"/>
            </p:cNvSpPr>
            <p:nvPr/>
          </p:nvSpPr>
          <p:spPr bwMode="auto">
            <a:xfrm>
              <a:off x="1156192" y="1273400"/>
              <a:ext cx="68891" cy="72147"/>
            </a:xfrm>
            <a:custGeom>
              <a:avLst/>
              <a:gdLst/>
              <a:ahLst/>
              <a:cxnLst>
                <a:cxn ang="0">
                  <a:pos x="17" y="72"/>
                </a:cxn>
                <a:cxn ang="0">
                  <a:pos x="18" y="89"/>
                </a:cxn>
                <a:cxn ang="0">
                  <a:pos x="23" y="103"/>
                </a:cxn>
                <a:cxn ang="0">
                  <a:pos x="28" y="114"/>
                </a:cxn>
                <a:cxn ang="0">
                  <a:pos x="38" y="123"/>
                </a:cxn>
                <a:cxn ang="0">
                  <a:pos x="49" y="128"/>
                </a:cxn>
                <a:cxn ang="0">
                  <a:pos x="62" y="130"/>
                </a:cxn>
                <a:cxn ang="0">
                  <a:pos x="76" y="128"/>
                </a:cxn>
                <a:cxn ang="0">
                  <a:pos x="87" y="124"/>
                </a:cxn>
                <a:cxn ang="0">
                  <a:pos x="97" y="116"/>
                </a:cxn>
                <a:cxn ang="0">
                  <a:pos x="103" y="103"/>
                </a:cxn>
                <a:cxn ang="0">
                  <a:pos x="107" y="89"/>
                </a:cxn>
                <a:cxn ang="0">
                  <a:pos x="108" y="72"/>
                </a:cxn>
                <a:cxn ang="0">
                  <a:pos x="107" y="55"/>
                </a:cxn>
                <a:cxn ang="0">
                  <a:pos x="103" y="41"/>
                </a:cxn>
                <a:cxn ang="0">
                  <a:pos x="97" y="30"/>
                </a:cxn>
                <a:cxn ang="0">
                  <a:pos x="87" y="21"/>
                </a:cxn>
                <a:cxn ang="0">
                  <a:pos x="76" y="16"/>
                </a:cxn>
                <a:cxn ang="0">
                  <a:pos x="62" y="14"/>
                </a:cxn>
                <a:cxn ang="0">
                  <a:pos x="49" y="16"/>
                </a:cxn>
                <a:cxn ang="0">
                  <a:pos x="38" y="21"/>
                </a:cxn>
                <a:cxn ang="0">
                  <a:pos x="28" y="30"/>
                </a:cxn>
                <a:cxn ang="0">
                  <a:pos x="23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0" y="72"/>
                </a:cxn>
                <a:cxn ang="0">
                  <a:pos x="1" y="51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30" y="9"/>
                </a:cxn>
                <a:cxn ang="0">
                  <a:pos x="44" y="3"/>
                </a:cxn>
                <a:cxn ang="0">
                  <a:pos x="62" y="0"/>
                </a:cxn>
                <a:cxn ang="0">
                  <a:pos x="82" y="3"/>
                </a:cxn>
                <a:cxn ang="0">
                  <a:pos x="97" y="9"/>
                </a:cxn>
                <a:cxn ang="0">
                  <a:pos x="108" y="20"/>
                </a:cxn>
                <a:cxn ang="0">
                  <a:pos x="118" y="34"/>
                </a:cxn>
                <a:cxn ang="0">
                  <a:pos x="124" y="51"/>
                </a:cxn>
                <a:cxn ang="0">
                  <a:pos x="125" y="72"/>
                </a:cxn>
                <a:cxn ang="0">
                  <a:pos x="124" y="93"/>
                </a:cxn>
                <a:cxn ang="0">
                  <a:pos x="118" y="111"/>
                </a:cxn>
                <a:cxn ang="0">
                  <a:pos x="108" y="125"/>
                </a:cxn>
                <a:cxn ang="0">
                  <a:pos x="97" y="135"/>
                </a:cxn>
                <a:cxn ang="0">
                  <a:pos x="82" y="141"/>
                </a:cxn>
                <a:cxn ang="0">
                  <a:pos x="62" y="144"/>
                </a:cxn>
                <a:cxn ang="0">
                  <a:pos x="44" y="141"/>
                </a:cxn>
                <a:cxn ang="0">
                  <a:pos x="30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2"/>
                </a:cxn>
              </a:cxnLst>
              <a:rect l="0" t="0" r="r" b="b"/>
              <a:pathLst>
                <a:path w="125" h="144">
                  <a:moveTo>
                    <a:pt x="17" y="72"/>
                  </a:moveTo>
                  <a:lnTo>
                    <a:pt x="18" y="89"/>
                  </a:lnTo>
                  <a:lnTo>
                    <a:pt x="23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2" y="130"/>
                  </a:lnTo>
                  <a:lnTo>
                    <a:pt x="76" y="128"/>
                  </a:lnTo>
                  <a:lnTo>
                    <a:pt x="87" y="124"/>
                  </a:lnTo>
                  <a:lnTo>
                    <a:pt x="97" y="116"/>
                  </a:lnTo>
                  <a:lnTo>
                    <a:pt x="103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3" y="41"/>
                  </a:lnTo>
                  <a:lnTo>
                    <a:pt x="97" y="30"/>
                  </a:lnTo>
                  <a:lnTo>
                    <a:pt x="87" y="21"/>
                  </a:lnTo>
                  <a:lnTo>
                    <a:pt x="76" y="16"/>
                  </a:lnTo>
                  <a:lnTo>
                    <a:pt x="62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28" y="30"/>
                  </a:lnTo>
                  <a:lnTo>
                    <a:pt x="23" y="41"/>
                  </a:lnTo>
                  <a:lnTo>
                    <a:pt x="18" y="55"/>
                  </a:lnTo>
                  <a:lnTo>
                    <a:pt x="17" y="72"/>
                  </a:lnTo>
                  <a:close/>
                  <a:moveTo>
                    <a:pt x="0" y="72"/>
                  </a:moveTo>
                  <a:lnTo>
                    <a:pt x="1" y="51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30" y="9"/>
                  </a:lnTo>
                  <a:lnTo>
                    <a:pt x="44" y="3"/>
                  </a:lnTo>
                  <a:lnTo>
                    <a:pt x="62" y="0"/>
                  </a:lnTo>
                  <a:lnTo>
                    <a:pt x="82" y="3"/>
                  </a:lnTo>
                  <a:lnTo>
                    <a:pt x="97" y="9"/>
                  </a:lnTo>
                  <a:lnTo>
                    <a:pt x="108" y="20"/>
                  </a:lnTo>
                  <a:lnTo>
                    <a:pt x="118" y="34"/>
                  </a:lnTo>
                  <a:lnTo>
                    <a:pt x="124" y="51"/>
                  </a:lnTo>
                  <a:lnTo>
                    <a:pt x="125" y="72"/>
                  </a:lnTo>
                  <a:lnTo>
                    <a:pt x="124" y="93"/>
                  </a:lnTo>
                  <a:lnTo>
                    <a:pt x="118" y="111"/>
                  </a:lnTo>
                  <a:lnTo>
                    <a:pt x="108" y="125"/>
                  </a:lnTo>
                  <a:lnTo>
                    <a:pt x="97" y="135"/>
                  </a:lnTo>
                  <a:lnTo>
                    <a:pt x="82" y="141"/>
                  </a:lnTo>
                  <a:lnTo>
                    <a:pt x="62" y="144"/>
                  </a:lnTo>
                  <a:lnTo>
                    <a:pt x="44" y="141"/>
                  </a:lnTo>
                  <a:lnTo>
                    <a:pt x="30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1" name="Freeform 215"/>
            <p:cNvSpPr>
              <a:spLocks noEditPoints="1"/>
            </p:cNvSpPr>
            <p:nvPr/>
          </p:nvSpPr>
          <p:spPr bwMode="auto">
            <a:xfrm>
              <a:off x="1247127" y="1273400"/>
              <a:ext cx="67237" cy="98200"/>
            </a:xfrm>
            <a:custGeom>
              <a:avLst/>
              <a:gdLst/>
              <a:ahLst/>
              <a:cxnLst>
                <a:cxn ang="0">
                  <a:pos x="17" y="89"/>
                </a:cxn>
                <a:cxn ang="0">
                  <a:pos x="28" y="114"/>
                </a:cxn>
                <a:cxn ang="0">
                  <a:pos x="49" y="128"/>
                </a:cxn>
                <a:cxn ang="0">
                  <a:pos x="74" y="128"/>
                </a:cxn>
                <a:cxn ang="0">
                  <a:pos x="95" y="116"/>
                </a:cxn>
                <a:cxn ang="0">
                  <a:pos x="107" y="89"/>
                </a:cxn>
                <a:cxn ang="0">
                  <a:pos x="107" y="55"/>
                </a:cxn>
                <a:cxn ang="0">
                  <a:pos x="95" y="30"/>
                </a:cxn>
                <a:cxn ang="0">
                  <a:pos x="74" y="16"/>
                </a:cxn>
                <a:cxn ang="0">
                  <a:pos x="49" y="16"/>
                </a:cxn>
                <a:cxn ang="0">
                  <a:pos x="28" y="30"/>
                </a:cxn>
                <a:cxn ang="0">
                  <a:pos x="17" y="55"/>
                </a:cxn>
                <a:cxn ang="0">
                  <a:pos x="122" y="4"/>
                </a:cxn>
                <a:cxn ang="0">
                  <a:pos x="121" y="152"/>
                </a:cxn>
                <a:cxn ang="0">
                  <a:pos x="105" y="180"/>
                </a:cxn>
                <a:cxn ang="0">
                  <a:pos x="77" y="194"/>
                </a:cxn>
                <a:cxn ang="0">
                  <a:pos x="36" y="193"/>
                </a:cxn>
                <a:cxn ang="0">
                  <a:pos x="8" y="172"/>
                </a:cxn>
                <a:cxn ang="0">
                  <a:pos x="19" y="156"/>
                </a:cxn>
                <a:cxn ang="0">
                  <a:pos x="26" y="172"/>
                </a:cxn>
                <a:cxn ang="0">
                  <a:pos x="42" y="180"/>
                </a:cxn>
                <a:cxn ang="0">
                  <a:pos x="73" y="180"/>
                </a:cxn>
                <a:cxn ang="0">
                  <a:pos x="94" y="169"/>
                </a:cxn>
                <a:cxn ang="0">
                  <a:pos x="105" y="148"/>
                </a:cxn>
                <a:cxn ang="0">
                  <a:pos x="107" y="117"/>
                </a:cxn>
                <a:cxn ang="0">
                  <a:pos x="87" y="137"/>
                </a:cxn>
                <a:cxn ang="0">
                  <a:pos x="59" y="144"/>
                </a:cxn>
                <a:cxn ang="0">
                  <a:pos x="28" y="135"/>
                </a:cxn>
                <a:cxn ang="0">
                  <a:pos x="7" y="110"/>
                </a:cxn>
                <a:cxn ang="0">
                  <a:pos x="0" y="72"/>
                </a:cxn>
                <a:cxn ang="0">
                  <a:pos x="7" y="34"/>
                </a:cxn>
                <a:cxn ang="0">
                  <a:pos x="28" y="9"/>
                </a:cxn>
                <a:cxn ang="0">
                  <a:pos x="59" y="0"/>
                </a:cxn>
                <a:cxn ang="0">
                  <a:pos x="87" y="7"/>
                </a:cxn>
                <a:cxn ang="0">
                  <a:pos x="102" y="21"/>
                </a:cxn>
                <a:cxn ang="0">
                  <a:pos x="107" y="4"/>
                </a:cxn>
              </a:cxnLst>
              <a:rect l="0" t="0" r="r" b="b"/>
              <a:pathLst>
                <a:path w="122" h="196">
                  <a:moveTo>
                    <a:pt x="15" y="72"/>
                  </a:moveTo>
                  <a:lnTo>
                    <a:pt x="17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2" y="130"/>
                  </a:lnTo>
                  <a:lnTo>
                    <a:pt x="74" y="128"/>
                  </a:lnTo>
                  <a:lnTo>
                    <a:pt x="86" y="124"/>
                  </a:lnTo>
                  <a:lnTo>
                    <a:pt x="95" y="116"/>
                  </a:lnTo>
                  <a:lnTo>
                    <a:pt x="102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2" y="41"/>
                  </a:lnTo>
                  <a:lnTo>
                    <a:pt x="95" y="30"/>
                  </a:lnTo>
                  <a:lnTo>
                    <a:pt x="86" y="21"/>
                  </a:lnTo>
                  <a:lnTo>
                    <a:pt x="74" y="16"/>
                  </a:lnTo>
                  <a:lnTo>
                    <a:pt x="62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7" y="55"/>
                  </a:lnTo>
                  <a:lnTo>
                    <a:pt x="15" y="72"/>
                  </a:lnTo>
                  <a:close/>
                  <a:moveTo>
                    <a:pt x="122" y="4"/>
                  </a:moveTo>
                  <a:lnTo>
                    <a:pt x="122" y="132"/>
                  </a:lnTo>
                  <a:lnTo>
                    <a:pt x="121" y="152"/>
                  </a:lnTo>
                  <a:lnTo>
                    <a:pt x="115" y="168"/>
                  </a:lnTo>
                  <a:lnTo>
                    <a:pt x="105" y="180"/>
                  </a:lnTo>
                  <a:lnTo>
                    <a:pt x="93" y="189"/>
                  </a:lnTo>
                  <a:lnTo>
                    <a:pt x="77" y="194"/>
                  </a:lnTo>
                  <a:lnTo>
                    <a:pt x="57" y="196"/>
                  </a:lnTo>
                  <a:lnTo>
                    <a:pt x="36" y="193"/>
                  </a:lnTo>
                  <a:lnTo>
                    <a:pt x="19" y="185"/>
                  </a:lnTo>
                  <a:lnTo>
                    <a:pt x="8" y="172"/>
                  </a:lnTo>
                  <a:lnTo>
                    <a:pt x="4" y="156"/>
                  </a:lnTo>
                  <a:lnTo>
                    <a:pt x="19" y="156"/>
                  </a:lnTo>
                  <a:lnTo>
                    <a:pt x="22" y="168"/>
                  </a:lnTo>
                  <a:lnTo>
                    <a:pt x="26" y="172"/>
                  </a:lnTo>
                  <a:lnTo>
                    <a:pt x="31" y="175"/>
                  </a:lnTo>
                  <a:lnTo>
                    <a:pt x="42" y="180"/>
                  </a:lnTo>
                  <a:lnTo>
                    <a:pt x="57" y="182"/>
                  </a:lnTo>
                  <a:lnTo>
                    <a:pt x="73" y="180"/>
                  </a:lnTo>
                  <a:lnTo>
                    <a:pt x="84" y="176"/>
                  </a:lnTo>
                  <a:lnTo>
                    <a:pt x="94" y="169"/>
                  </a:lnTo>
                  <a:lnTo>
                    <a:pt x="101" y="161"/>
                  </a:lnTo>
                  <a:lnTo>
                    <a:pt x="105" y="148"/>
                  </a:lnTo>
                  <a:lnTo>
                    <a:pt x="107" y="134"/>
                  </a:lnTo>
                  <a:lnTo>
                    <a:pt x="107" y="117"/>
                  </a:lnTo>
                  <a:lnTo>
                    <a:pt x="101" y="125"/>
                  </a:lnTo>
                  <a:lnTo>
                    <a:pt x="87" y="137"/>
                  </a:lnTo>
                  <a:lnTo>
                    <a:pt x="74" y="142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8" y="135"/>
                  </a:lnTo>
                  <a:lnTo>
                    <a:pt x="15" y="124"/>
                  </a:lnTo>
                  <a:lnTo>
                    <a:pt x="7" y="110"/>
                  </a:lnTo>
                  <a:lnTo>
                    <a:pt x="1" y="93"/>
                  </a:lnTo>
                  <a:lnTo>
                    <a:pt x="0" y="72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5" y="20"/>
                  </a:lnTo>
                  <a:lnTo>
                    <a:pt x="28" y="9"/>
                  </a:lnTo>
                  <a:lnTo>
                    <a:pt x="42" y="3"/>
                  </a:lnTo>
                  <a:lnTo>
                    <a:pt x="59" y="0"/>
                  </a:lnTo>
                  <a:lnTo>
                    <a:pt x="74" y="1"/>
                  </a:lnTo>
                  <a:lnTo>
                    <a:pt x="87" y="7"/>
                  </a:lnTo>
                  <a:lnTo>
                    <a:pt x="93" y="11"/>
                  </a:lnTo>
                  <a:lnTo>
                    <a:pt x="102" y="21"/>
                  </a:lnTo>
                  <a:lnTo>
                    <a:pt x="107" y="28"/>
                  </a:lnTo>
                  <a:lnTo>
                    <a:pt x="107" y="4"/>
                  </a:lnTo>
                  <a:lnTo>
                    <a:pt x="122" y="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216"/>
            <p:cNvSpPr>
              <a:spLocks/>
            </p:cNvSpPr>
            <p:nvPr/>
          </p:nvSpPr>
          <p:spPr bwMode="auto">
            <a:xfrm>
              <a:off x="1333654" y="1275404"/>
              <a:ext cx="66135" cy="96196"/>
            </a:xfrm>
            <a:custGeom>
              <a:avLst/>
              <a:gdLst/>
              <a:ahLst/>
              <a:cxnLst>
                <a:cxn ang="0">
                  <a:pos x="59" y="162"/>
                </a:cxn>
                <a:cxn ang="0">
                  <a:pos x="52" y="176"/>
                </a:cxn>
                <a:cxn ang="0">
                  <a:pos x="45" y="185"/>
                </a:cxn>
                <a:cxn ang="0">
                  <a:pos x="35" y="190"/>
                </a:cxn>
                <a:cxn ang="0">
                  <a:pos x="23" y="192"/>
                </a:cxn>
                <a:cxn ang="0">
                  <a:pos x="14" y="192"/>
                </a:cxn>
                <a:cxn ang="0">
                  <a:pos x="13" y="190"/>
                </a:cxn>
                <a:cxn ang="0">
                  <a:pos x="13" y="176"/>
                </a:cxn>
                <a:cxn ang="0">
                  <a:pos x="16" y="176"/>
                </a:cxn>
                <a:cxn ang="0">
                  <a:pos x="19" y="178"/>
                </a:cxn>
                <a:cxn ang="0">
                  <a:pos x="28" y="178"/>
                </a:cxn>
                <a:cxn ang="0">
                  <a:pos x="33" y="176"/>
                </a:cxn>
                <a:cxn ang="0">
                  <a:pos x="37" y="173"/>
                </a:cxn>
                <a:cxn ang="0">
                  <a:pos x="40" y="171"/>
                </a:cxn>
                <a:cxn ang="0">
                  <a:pos x="41" y="166"/>
                </a:cxn>
                <a:cxn ang="0">
                  <a:pos x="47" y="155"/>
                </a:cxn>
                <a:cxn ang="0">
                  <a:pos x="52" y="137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61" y="116"/>
                </a:cxn>
                <a:cxn ang="0">
                  <a:pos x="103" y="0"/>
                </a:cxn>
                <a:cxn ang="0">
                  <a:pos x="120" y="0"/>
                </a:cxn>
                <a:cxn ang="0">
                  <a:pos x="59" y="162"/>
                </a:cxn>
              </a:cxnLst>
              <a:rect l="0" t="0" r="r" b="b"/>
              <a:pathLst>
                <a:path w="120" h="192">
                  <a:moveTo>
                    <a:pt x="59" y="162"/>
                  </a:moveTo>
                  <a:lnTo>
                    <a:pt x="52" y="176"/>
                  </a:lnTo>
                  <a:lnTo>
                    <a:pt x="45" y="185"/>
                  </a:lnTo>
                  <a:lnTo>
                    <a:pt x="35" y="190"/>
                  </a:lnTo>
                  <a:lnTo>
                    <a:pt x="23" y="192"/>
                  </a:lnTo>
                  <a:lnTo>
                    <a:pt x="14" y="192"/>
                  </a:lnTo>
                  <a:lnTo>
                    <a:pt x="13" y="190"/>
                  </a:lnTo>
                  <a:lnTo>
                    <a:pt x="13" y="176"/>
                  </a:lnTo>
                  <a:lnTo>
                    <a:pt x="16" y="176"/>
                  </a:lnTo>
                  <a:lnTo>
                    <a:pt x="19" y="178"/>
                  </a:lnTo>
                  <a:lnTo>
                    <a:pt x="28" y="178"/>
                  </a:lnTo>
                  <a:lnTo>
                    <a:pt x="33" y="176"/>
                  </a:lnTo>
                  <a:lnTo>
                    <a:pt x="37" y="173"/>
                  </a:lnTo>
                  <a:lnTo>
                    <a:pt x="40" y="171"/>
                  </a:lnTo>
                  <a:lnTo>
                    <a:pt x="41" y="166"/>
                  </a:lnTo>
                  <a:lnTo>
                    <a:pt x="47" y="155"/>
                  </a:lnTo>
                  <a:lnTo>
                    <a:pt x="52" y="137"/>
                  </a:lnTo>
                  <a:lnTo>
                    <a:pt x="0" y="0"/>
                  </a:lnTo>
                  <a:lnTo>
                    <a:pt x="17" y="0"/>
                  </a:lnTo>
                  <a:lnTo>
                    <a:pt x="61" y="116"/>
                  </a:lnTo>
                  <a:lnTo>
                    <a:pt x="103" y="0"/>
                  </a:lnTo>
                  <a:lnTo>
                    <a:pt x="120" y="0"/>
                  </a:lnTo>
                  <a:lnTo>
                    <a:pt x="59" y="1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217"/>
            <p:cNvSpPr>
              <a:spLocks/>
            </p:cNvSpPr>
            <p:nvPr/>
          </p:nvSpPr>
          <p:spPr bwMode="auto">
            <a:xfrm>
              <a:off x="1468679" y="1247847"/>
              <a:ext cx="33619" cy="95194"/>
            </a:xfrm>
            <a:custGeom>
              <a:avLst/>
              <a:gdLst/>
              <a:ahLst/>
              <a:cxnLst>
                <a:cxn ang="0">
                  <a:pos x="20" y="190"/>
                </a:cxn>
                <a:cxn ang="0">
                  <a:pos x="20" y="68"/>
                </a:cxn>
                <a:cxn ang="0">
                  <a:pos x="0" y="68"/>
                </a:cxn>
                <a:cxn ang="0">
                  <a:pos x="0" y="55"/>
                </a:cxn>
                <a:cxn ang="0">
                  <a:pos x="20" y="55"/>
                </a:cxn>
                <a:cxn ang="0">
                  <a:pos x="20" y="30"/>
                </a:cxn>
                <a:cxn ang="0">
                  <a:pos x="21" y="17"/>
                </a:cxn>
                <a:cxn ang="0">
                  <a:pos x="28" y="7"/>
                </a:cxn>
                <a:cxn ang="0">
                  <a:pos x="38" y="2"/>
                </a:cxn>
                <a:cxn ang="0">
                  <a:pos x="52" y="0"/>
                </a:cxn>
                <a:cxn ang="0">
                  <a:pos x="54" y="0"/>
                </a:cxn>
                <a:cxn ang="0">
                  <a:pos x="56" y="2"/>
                </a:cxn>
                <a:cxn ang="0">
                  <a:pos x="61" y="2"/>
                </a:cxn>
                <a:cxn ang="0">
                  <a:pos x="61" y="16"/>
                </a:cxn>
                <a:cxn ang="0">
                  <a:pos x="47" y="16"/>
                </a:cxn>
                <a:cxn ang="0">
                  <a:pos x="42" y="17"/>
                </a:cxn>
                <a:cxn ang="0">
                  <a:pos x="40" y="19"/>
                </a:cxn>
                <a:cxn ang="0">
                  <a:pos x="37" y="24"/>
                </a:cxn>
                <a:cxn ang="0">
                  <a:pos x="37" y="55"/>
                </a:cxn>
                <a:cxn ang="0">
                  <a:pos x="61" y="55"/>
                </a:cxn>
                <a:cxn ang="0">
                  <a:pos x="61" y="68"/>
                </a:cxn>
                <a:cxn ang="0">
                  <a:pos x="37" y="68"/>
                </a:cxn>
                <a:cxn ang="0">
                  <a:pos x="37" y="190"/>
                </a:cxn>
                <a:cxn ang="0">
                  <a:pos x="20" y="190"/>
                </a:cxn>
              </a:cxnLst>
              <a:rect l="0" t="0" r="r" b="b"/>
              <a:pathLst>
                <a:path w="61" h="190">
                  <a:moveTo>
                    <a:pt x="20" y="190"/>
                  </a:moveTo>
                  <a:lnTo>
                    <a:pt x="20" y="68"/>
                  </a:lnTo>
                  <a:lnTo>
                    <a:pt x="0" y="68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30"/>
                  </a:lnTo>
                  <a:lnTo>
                    <a:pt x="21" y="17"/>
                  </a:lnTo>
                  <a:lnTo>
                    <a:pt x="28" y="7"/>
                  </a:lnTo>
                  <a:lnTo>
                    <a:pt x="38" y="2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2"/>
                  </a:lnTo>
                  <a:lnTo>
                    <a:pt x="61" y="2"/>
                  </a:lnTo>
                  <a:lnTo>
                    <a:pt x="61" y="16"/>
                  </a:lnTo>
                  <a:lnTo>
                    <a:pt x="47" y="16"/>
                  </a:lnTo>
                  <a:lnTo>
                    <a:pt x="42" y="17"/>
                  </a:lnTo>
                  <a:lnTo>
                    <a:pt x="40" y="19"/>
                  </a:lnTo>
                  <a:lnTo>
                    <a:pt x="37" y="24"/>
                  </a:lnTo>
                  <a:lnTo>
                    <a:pt x="37" y="55"/>
                  </a:lnTo>
                  <a:lnTo>
                    <a:pt x="61" y="55"/>
                  </a:lnTo>
                  <a:lnTo>
                    <a:pt x="61" y="68"/>
                  </a:lnTo>
                  <a:lnTo>
                    <a:pt x="37" y="68"/>
                  </a:lnTo>
                  <a:lnTo>
                    <a:pt x="37" y="190"/>
                  </a:lnTo>
                  <a:lnTo>
                    <a:pt x="20" y="19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4" name="Freeform 218"/>
            <p:cNvSpPr>
              <a:spLocks noEditPoints="1"/>
            </p:cNvSpPr>
            <p:nvPr/>
          </p:nvSpPr>
          <p:spPr bwMode="auto">
            <a:xfrm>
              <a:off x="1519934" y="1273400"/>
              <a:ext cx="68891" cy="72147"/>
            </a:xfrm>
            <a:custGeom>
              <a:avLst/>
              <a:gdLst/>
              <a:ahLst/>
              <a:cxnLst>
                <a:cxn ang="0">
                  <a:pos x="17" y="72"/>
                </a:cxn>
                <a:cxn ang="0">
                  <a:pos x="18" y="89"/>
                </a:cxn>
                <a:cxn ang="0">
                  <a:pos x="21" y="103"/>
                </a:cxn>
                <a:cxn ang="0">
                  <a:pos x="28" y="114"/>
                </a:cxn>
                <a:cxn ang="0">
                  <a:pos x="38" y="123"/>
                </a:cxn>
                <a:cxn ang="0">
                  <a:pos x="49" y="128"/>
                </a:cxn>
                <a:cxn ang="0">
                  <a:pos x="62" y="130"/>
                </a:cxn>
                <a:cxn ang="0">
                  <a:pos x="76" y="128"/>
                </a:cxn>
                <a:cxn ang="0">
                  <a:pos x="87" y="124"/>
                </a:cxn>
                <a:cxn ang="0">
                  <a:pos x="97" y="116"/>
                </a:cxn>
                <a:cxn ang="0">
                  <a:pos x="103" y="103"/>
                </a:cxn>
                <a:cxn ang="0">
                  <a:pos x="107" y="89"/>
                </a:cxn>
                <a:cxn ang="0">
                  <a:pos x="108" y="72"/>
                </a:cxn>
                <a:cxn ang="0">
                  <a:pos x="107" y="55"/>
                </a:cxn>
                <a:cxn ang="0">
                  <a:pos x="103" y="41"/>
                </a:cxn>
                <a:cxn ang="0">
                  <a:pos x="97" y="30"/>
                </a:cxn>
                <a:cxn ang="0">
                  <a:pos x="87" y="21"/>
                </a:cxn>
                <a:cxn ang="0">
                  <a:pos x="76" y="16"/>
                </a:cxn>
                <a:cxn ang="0">
                  <a:pos x="62" y="14"/>
                </a:cxn>
                <a:cxn ang="0">
                  <a:pos x="49" y="16"/>
                </a:cxn>
                <a:cxn ang="0">
                  <a:pos x="38" y="21"/>
                </a:cxn>
                <a:cxn ang="0">
                  <a:pos x="28" y="30"/>
                </a:cxn>
                <a:cxn ang="0">
                  <a:pos x="21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0" y="72"/>
                </a:cxn>
                <a:cxn ang="0">
                  <a:pos x="1" y="51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4" y="3"/>
                </a:cxn>
                <a:cxn ang="0">
                  <a:pos x="62" y="0"/>
                </a:cxn>
                <a:cxn ang="0">
                  <a:pos x="80" y="3"/>
                </a:cxn>
                <a:cxn ang="0">
                  <a:pos x="96" y="9"/>
                </a:cxn>
                <a:cxn ang="0">
                  <a:pos x="108" y="20"/>
                </a:cxn>
                <a:cxn ang="0">
                  <a:pos x="118" y="34"/>
                </a:cxn>
                <a:cxn ang="0">
                  <a:pos x="124" y="51"/>
                </a:cxn>
                <a:cxn ang="0">
                  <a:pos x="125" y="72"/>
                </a:cxn>
                <a:cxn ang="0">
                  <a:pos x="124" y="93"/>
                </a:cxn>
                <a:cxn ang="0">
                  <a:pos x="118" y="111"/>
                </a:cxn>
                <a:cxn ang="0">
                  <a:pos x="108" y="125"/>
                </a:cxn>
                <a:cxn ang="0">
                  <a:pos x="96" y="135"/>
                </a:cxn>
                <a:cxn ang="0">
                  <a:pos x="80" y="141"/>
                </a:cxn>
                <a:cxn ang="0">
                  <a:pos x="62" y="144"/>
                </a:cxn>
                <a:cxn ang="0">
                  <a:pos x="44" y="141"/>
                </a:cxn>
                <a:cxn ang="0">
                  <a:pos x="28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2"/>
                </a:cxn>
              </a:cxnLst>
              <a:rect l="0" t="0" r="r" b="b"/>
              <a:pathLst>
                <a:path w="125" h="144">
                  <a:moveTo>
                    <a:pt x="17" y="72"/>
                  </a:moveTo>
                  <a:lnTo>
                    <a:pt x="18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2" y="130"/>
                  </a:lnTo>
                  <a:lnTo>
                    <a:pt x="76" y="128"/>
                  </a:lnTo>
                  <a:lnTo>
                    <a:pt x="87" y="124"/>
                  </a:lnTo>
                  <a:lnTo>
                    <a:pt x="97" y="116"/>
                  </a:lnTo>
                  <a:lnTo>
                    <a:pt x="103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3" y="41"/>
                  </a:lnTo>
                  <a:lnTo>
                    <a:pt x="97" y="30"/>
                  </a:lnTo>
                  <a:lnTo>
                    <a:pt x="87" y="21"/>
                  </a:lnTo>
                  <a:lnTo>
                    <a:pt x="76" y="16"/>
                  </a:lnTo>
                  <a:lnTo>
                    <a:pt x="62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8" y="55"/>
                  </a:lnTo>
                  <a:lnTo>
                    <a:pt x="17" y="72"/>
                  </a:lnTo>
                  <a:close/>
                  <a:moveTo>
                    <a:pt x="0" y="72"/>
                  </a:moveTo>
                  <a:lnTo>
                    <a:pt x="1" y="51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4" y="3"/>
                  </a:lnTo>
                  <a:lnTo>
                    <a:pt x="62" y="0"/>
                  </a:lnTo>
                  <a:lnTo>
                    <a:pt x="80" y="3"/>
                  </a:lnTo>
                  <a:lnTo>
                    <a:pt x="96" y="9"/>
                  </a:lnTo>
                  <a:lnTo>
                    <a:pt x="108" y="20"/>
                  </a:lnTo>
                  <a:lnTo>
                    <a:pt x="118" y="34"/>
                  </a:lnTo>
                  <a:lnTo>
                    <a:pt x="124" y="51"/>
                  </a:lnTo>
                  <a:lnTo>
                    <a:pt x="125" y="72"/>
                  </a:lnTo>
                  <a:lnTo>
                    <a:pt x="124" y="93"/>
                  </a:lnTo>
                  <a:lnTo>
                    <a:pt x="118" y="111"/>
                  </a:lnTo>
                  <a:lnTo>
                    <a:pt x="108" y="125"/>
                  </a:lnTo>
                  <a:lnTo>
                    <a:pt x="96" y="135"/>
                  </a:lnTo>
                  <a:lnTo>
                    <a:pt x="80" y="141"/>
                  </a:lnTo>
                  <a:lnTo>
                    <a:pt x="62" y="144"/>
                  </a:lnTo>
                  <a:lnTo>
                    <a:pt x="44" y="141"/>
                  </a:lnTo>
                  <a:lnTo>
                    <a:pt x="28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5" name="Freeform 219"/>
            <p:cNvSpPr>
              <a:spLocks/>
            </p:cNvSpPr>
            <p:nvPr/>
          </p:nvSpPr>
          <p:spPr bwMode="auto">
            <a:xfrm>
              <a:off x="1613625" y="1273400"/>
              <a:ext cx="32516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6" y="4"/>
                </a:cxn>
                <a:cxn ang="0">
                  <a:pos x="16" y="28"/>
                </a:cxn>
                <a:cxn ang="0">
                  <a:pos x="19" y="21"/>
                </a:cxn>
                <a:cxn ang="0">
                  <a:pos x="23" y="16"/>
                </a:cxn>
                <a:cxn ang="0">
                  <a:pos x="31" y="7"/>
                </a:cxn>
                <a:cxn ang="0">
                  <a:pos x="43" y="1"/>
                </a:cxn>
                <a:cxn ang="0">
                  <a:pos x="58" y="0"/>
                </a:cxn>
                <a:cxn ang="0">
                  <a:pos x="59" y="0"/>
                </a:cxn>
                <a:cxn ang="0">
                  <a:pos x="59" y="17"/>
                </a:cxn>
                <a:cxn ang="0">
                  <a:pos x="57" y="17"/>
                </a:cxn>
                <a:cxn ang="0">
                  <a:pos x="40" y="20"/>
                </a:cxn>
                <a:cxn ang="0">
                  <a:pos x="27" y="30"/>
                </a:cxn>
                <a:cxn ang="0">
                  <a:pos x="21" y="38"/>
                </a:cxn>
                <a:cxn ang="0">
                  <a:pos x="19" y="51"/>
                </a:cxn>
                <a:cxn ang="0">
                  <a:pos x="17" y="65"/>
                </a:cxn>
                <a:cxn ang="0">
                  <a:pos x="17" y="139"/>
                </a:cxn>
                <a:cxn ang="0">
                  <a:pos x="0" y="139"/>
                </a:cxn>
              </a:cxnLst>
              <a:rect l="0" t="0" r="r" b="b"/>
              <a:pathLst>
                <a:path w="59" h="139">
                  <a:moveTo>
                    <a:pt x="0" y="139"/>
                  </a:moveTo>
                  <a:lnTo>
                    <a:pt x="0" y="4"/>
                  </a:lnTo>
                  <a:lnTo>
                    <a:pt x="16" y="4"/>
                  </a:lnTo>
                  <a:lnTo>
                    <a:pt x="16" y="28"/>
                  </a:lnTo>
                  <a:lnTo>
                    <a:pt x="19" y="21"/>
                  </a:lnTo>
                  <a:lnTo>
                    <a:pt x="23" y="16"/>
                  </a:lnTo>
                  <a:lnTo>
                    <a:pt x="31" y="7"/>
                  </a:lnTo>
                  <a:lnTo>
                    <a:pt x="43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59" y="17"/>
                  </a:lnTo>
                  <a:lnTo>
                    <a:pt x="57" y="17"/>
                  </a:lnTo>
                  <a:lnTo>
                    <a:pt x="40" y="20"/>
                  </a:lnTo>
                  <a:lnTo>
                    <a:pt x="27" y="30"/>
                  </a:lnTo>
                  <a:lnTo>
                    <a:pt x="21" y="38"/>
                  </a:lnTo>
                  <a:lnTo>
                    <a:pt x="19" y="51"/>
                  </a:lnTo>
                  <a:lnTo>
                    <a:pt x="17" y="65"/>
                  </a:lnTo>
                  <a:lnTo>
                    <a:pt x="17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6" name="Freeform 220"/>
            <p:cNvSpPr>
              <a:spLocks noEditPoints="1"/>
            </p:cNvSpPr>
            <p:nvPr/>
          </p:nvSpPr>
          <p:spPr bwMode="auto">
            <a:xfrm>
              <a:off x="1725504" y="1249351"/>
              <a:ext cx="74402" cy="93691"/>
            </a:xfrm>
            <a:custGeom>
              <a:avLst/>
              <a:gdLst/>
              <a:ahLst/>
              <a:cxnLst>
                <a:cxn ang="0">
                  <a:pos x="17" y="172"/>
                </a:cxn>
                <a:cxn ang="0">
                  <a:pos x="68" y="172"/>
                </a:cxn>
                <a:cxn ang="0">
                  <a:pos x="84" y="171"/>
                </a:cxn>
                <a:cxn ang="0">
                  <a:pos x="97" y="169"/>
                </a:cxn>
                <a:cxn ang="0">
                  <a:pos x="107" y="165"/>
                </a:cxn>
                <a:cxn ang="0">
                  <a:pos x="115" y="154"/>
                </a:cxn>
                <a:cxn ang="0">
                  <a:pos x="118" y="137"/>
                </a:cxn>
                <a:cxn ang="0">
                  <a:pos x="115" y="120"/>
                </a:cxn>
                <a:cxn ang="0">
                  <a:pos x="106" y="107"/>
                </a:cxn>
                <a:cxn ang="0">
                  <a:pos x="90" y="100"/>
                </a:cxn>
                <a:cxn ang="0">
                  <a:pos x="69" y="97"/>
                </a:cxn>
                <a:cxn ang="0">
                  <a:pos x="17" y="97"/>
                </a:cxn>
                <a:cxn ang="0">
                  <a:pos x="17" y="172"/>
                </a:cxn>
                <a:cxn ang="0">
                  <a:pos x="59" y="16"/>
                </a:cxn>
                <a:cxn ang="0">
                  <a:pos x="17" y="16"/>
                </a:cxn>
                <a:cxn ang="0">
                  <a:pos x="17" y="83"/>
                </a:cxn>
                <a:cxn ang="0">
                  <a:pos x="58" y="83"/>
                </a:cxn>
                <a:cxn ang="0">
                  <a:pos x="75" y="82"/>
                </a:cxn>
                <a:cxn ang="0">
                  <a:pos x="87" y="80"/>
                </a:cxn>
                <a:cxn ang="0">
                  <a:pos x="97" y="76"/>
                </a:cxn>
                <a:cxn ang="0">
                  <a:pos x="104" y="69"/>
                </a:cxn>
                <a:cxn ang="0">
                  <a:pos x="107" y="61"/>
                </a:cxn>
                <a:cxn ang="0">
                  <a:pos x="108" y="49"/>
                </a:cxn>
                <a:cxn ang="0">
                  <a:pos x="106" y="34"/>
                </a:cxn>
                <a:cxn ang="0">
                  <a:pos x="99" y="23"/>
                </a:cxn>
                <a:cxn ang="0">
                  <a:pos x="89" y="19"/>
                </a:cxn>
                <a:cxn ang="0">
                  <a:pos x="76" y="17"/>
                </a:cxn>
                <a:cxn ang="0">
                  <a:pos x="59" y="16"/>
                </a:cxn>
                <a:cxn ang="0">
                  <a:pos x="0" y="187"/>
                </a:cxn>
                <a:cxn ang="0">
                  <a:pos x="0" y="0"/>
                </a:cxn>
                <a:cxn ang="0">
                  <a:pos x="76" y="0"/>
                </a:cxn>
                <a:cxn ang="0">
                  <a:pos x="87" y="2"/>
                </a:cxn>
                <a:cxn ang="0">
                  <a:pos x="94" y="3"/>
                </a:cxn>
                <a:cxn ang="0">
                  <a:pos x="100" y="4"/>
                </a:cxn>
                <a:cxn ang="0">
                  <a:pos x="104" y="7"/>
                </a:cxn>
                <a:cxn ang="0">
                  <a:pos x="111" y="11"/>
                </a:cxn>
                <a:cxn ang="0">
                  <a:pos x="117" y="17"/>
                </a:cxn>
                <a:cxn ang="0">
                  <a:pos x="121" y="24"/>
                </a:cxn>
                <a:cxn ang="0">
                  <a:pos x="125" y="35"/>
                </a:cxn>
                <a:cxn ang="0">
                  <a:pos x="127" y="48"/>
                </a:cxn>
                <a:cxn ang="0">
                  <a:pos x="125" y="61"/>
                </a:cxn>
                <a:cxn ang="0">
                  <a:pos x="120" y="72"/>
                </a:cxn>
                <a:cxn ang="0">
                  <a:pos x="115" y="78"/>
                </a:cxn>
                <a:cxn ang="0">
                  <a:pos x="111" y="82"/>
                </a:cxn>
                <a:cxn ang="0">
                  <a:pos x="106" y="86"/>
                </a:cxn>
                <a:cxn ang="0">
                  <a:pos x="99" y="89"/>
                </a:cxn>
                <a:cxn ang="0">
                  <a:pos x="110" y="92"/>
                </a:cxn>
                <a:cxn ang="0">
                  <a:pos x="118" y="97"/>
                </a:cxn>
                <a:cxn ang="0">
                  <a:pos x="125" y="106"/>
                </a:cxn>
                <a:cxn ang="0">
                  <a:pos x="132" y="120"/>
                </a:cxn>
                <a:cxn ang="0">
                  <a:pos x="135" y="137"/>
                </a:cxn>
                <a:cxn ang="0">
                  <a:pos x="134" y="152"/>
                </a:cxn>
                <a:cxn ang="0">
                  <a:pos x="128" y="166"/>
                </a:cxn>
                <a:cxn ang="0">
                  <a:pos x="118" y="178"/>
                </a:cxn>
                <a:cxn ang="0">
                  <a:pos x="106" y="183"/>
                </a:cxn>
                <a:cxn ang="0">
                  <a:pos x="103" y="185"/>
                </a:cxn>
                <a:cxn ang="0">
                  <a:pos x="99" y="186"/>
                </a:cxn>
                <a:cxn ang="0">
                  <a:pos x="94" y="186"/>
                </a:cxn>
                <a:cxn ang="0">
                  <a:pos x="89" y="187"/>
                </a:cxn>
                <a:cxn ang="0">
                  <a:pos x="52" y="187"/>
                </a:cxn>
                <a:cxn ang="0">
                  <a:pos x="0" y="187"/>
                </a:cxn>
              </a:cxnLst>
              <a:rect l="0" t="0" r="r" b="b"/>
              <a:pathLst>
                <a:path w="135" h="187">
                  <a:moveTo>
                    <a:pt x="17" y="172"/>
                  </a:moveTo>
                  <a:lnTo>
                    <a:pt x="68" y="172"/>
                  </a:lnTo>
                  <a:lnTo>
                    <a:pt x="84" y="171"/>
                  </a:lnTo>
                  <a:lnTo>
                    <a:pt x="97" y="169"/>
                  </a:lnTo>
                  <a:lnTo>
                    <a:pt x="107" y="165"/>
                  </a:lnTo>
                  <a:lnTo>
                    <a:pt x="115" y="154"/>
                  </a:lnTo>
                  <a:lnTo>
                    <a:pt x="118" y="137"/>
                  </a:lnTo>
                  <a:lnTo>
                    <a:pt x="115" y="120"/>
                  </a:lnTo>
                  <a:lnTo>
                    <a:pt x="106" y="107"/>
                  </a:lnTo>
                  <a:lnTo>
                    <a:pt x="90" y="100"/>
                  </a:lnTo>
                  <a:lnTo>
                    <a:pt x="69" y="97"/>
                  </a:lnTo>
                  <a:lnTo>
                    <a:pt x="17" y="97"/>
                  </a:lnTo>
                  <a:lnTo>
                    <a:pt x="17" y="172"/>
                  </a:lnTo>
                  <a:close/>
                  <a:moveTo>
                    <a:pt x="59" y="16"/>
                  </a:moveTo>
                  <a:lnTo>
                    <a:pt x="17" y="16"/>
                  </a:lnTo>
                  <a:lnTo>
                    <a:pt x="17" y="83"/>
                  </a:lnTo>
                  <a:lnTo>
                    <a:pt x="58" y="83"/>
                  </a:lnTo>
                  <a:lnTo>
                    <a:pt x="75" y="82"/>
                  </a:lnTo>
                  <a:lnTo>
                    <a:pt x="87" y="80"/>
                  </a:lnTo>
                  <a:lnTo>
                    <a:pt x="97" y="76"/>
                  </a:lnTo>
                  <a:lnTo>
                    <a:pt x="104" y="69"/>
                  </a:lnTo>
                  <a:lnTo>
                    <a:pt x="107" y="61"/>
                  </a:lnTo>
                  <a:lnTo>
                    <a:pt x="108" y="49"/>
                  </a:lnTo>
                  <a:lnTo>
                    <a:pt x="106" y="34"/>
                  </a:lnTo>
                  <a:lnTo>
                    <a:pt x="99" y="23"/>
                  </a:lnTo>
                  <a:lnTo>
                    <a:pt x="89" y="19"/>
                  </a:lnTo>
                  <a:lnTo>
                    <a:pt x="76" y="17"/>
                  </a:lnTo>
                  <a:lnTo>
                    <a:pt x="59" y="16"/>
                  </a:lnTo>
                  <a:close/>
                  <a:moveTo>
                    <a:pt x="0" y="187"/>
                  </a:moveTo>
                  <a:lnTo>
                    <a:pt x="0" y="0"/>
                  </a:lnTo>
                  <a:lnTo>
                    <a:pt x="76" y="0"/>
                  </a:lnTo>
                  <a:lnTo>
                    <a:pt x="87" y="2"/>
                  </a:lnTo>
                  <a:lnTo>
                    <a:pt x="94" y="3"/>
                  </a:lnTo>
                  <a:lnTo>
                    <a:pt x="100" y="4"/>
                  </a:lnTo>
                  <a:lnTo>
                    <a:pt x="104" y="7"/>
                  </a:lnTo>
                  <a:lnTo>
                    <a:pt x="111" y="11"/>
                  </a:lnTo>
                  <a:lnTo>
                    <a:pt x="117" y="17"/>
                  </a:lnTo>
                  <a:lnTo>
                    <a:pt x="121" y="24"/>
                  </a:lnTo>
                  <a:lnTo>
                    <a:pt x="125" y="35"/>
                  </a:lnTo>
                  <a:lnTo>
                    <a:pt x="127" y="48"/>
                  </a:lnTo>
                  <a:lnTo>
                    <a:pt x="125" y="61"/>
                  </a:lnTo>
                  <a:lnTo>
                    <a:pt x="120" y="72"/>
                  </a:lnTo>
                  <a:lnTo>
                    <a:pt x="115" y="78"/>
                  </a:lnTo>
                  <a:lnTo>
                    <a:pt x="111" y="82"/>
                  </a:lnTo>
                  <a:lnTo>
                    <a:pt x="106" y="86"/>
                  </a:lnTo>
                  <a:lnTo>
                    <a:pt x="99" y="89"/>
                  </a:lnTo>
                  <a:lnTo>
                    <a:pt x="110" y="92"/>
                  </a:lnTo>
                  <a:lnTo>
                    <a:pt x="118" y="97"/>
                  </a:lnTo>
                  <a:lnTo>
                    <a:pt x="125" y="106"/>
                  </a:lnTo>
                  <a:lnTo>
                    <a:pt x="132" y="120"/>
                  </a:lnTo>
                  <a:lnTo>
                    <a:pt x="135" y="137"/>
                  </a:lnTo>
                  <a:lnTo>
                    <a:pt x="134" y="152"/>
                  </a:lnTo>
                  <a:lnTo>
                    <a:pt x="128" y="166"/>
                  </a:lnTo>
                  <a:lnTo>
                    <a:pt x="118" y="178"/>
                  </a:lnTo>
                  <a:lnTo>
                    <a:pt x="106" y="183"/>
                  </a:lnTo>
                  <a:lnTo>
                    <a:pt x="103" y="185"/>
                  </a:lnTo>
                  <a:lnTo>
                    <a:pt x="99" y="186"/>
                  </a:lnTo>
                  <a:lnTo>
                    <a:pt x="94" y="186"/>
                  </a:lnTo>
                  <a:lnTo>
                    <a:pt x="89" y="187"/>
                  </a:lnTo>
                  <a:lnTo>
                    <a:pt x="52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7" name="Freeform 221"/>
            <p:cNvSpPr>
              <a:spLocks/>
            </p:cNvSpPr>
            <p:nvPr/>
          </p:nvSpPr>
          <p:spPr bwMode="auto">
            <a:xfrm>
              <a:off x="1824706" y="1275404"/>
              <a:ext cx="58970" cy="70143"/>
            </a:xfrm>
            <a:custGeom>
              <a:avLst/>
              <a:gdLst/>
              <a:ahLst/>
              <a:cxnLst>
                <a:cxn ang="0">
                  <a:pos x="107" y="0"/>
                </a:cxn>
                <a:cxn ang="0">
                  <a:pos x="107" y="135"/>
                </a:cxn>
                <a:cxn ang="0">
                  <a:pos x="92" y="135"/>
                </a:cxn>
                <a:cxn ang="0">
                  <a:pos x="92" y="114"/>
                </a:cxn>
                <a:cxn ang="0">
                  <a:pos x="83" y="126"/>
                </a:cxn>
                <a:cxn ang="0">
                  <a:pos x="79" y="130"/>
                </a:cxn>
                <a:cxn ang="0">
                  <a:pos x="73" y="134"/>
                </a:cxn>
                <a:cxn ang="0">
                  <a:pos x="61" y="138"/>
                </a:cxn>
                <a:cxn ang="0">
                  <a:pos x="47" y="140"/>
                </a:cxn>
                <a:cxn ang="0">
                  <a:pos x="32" y="138"/>
                </a:cxn>
                <a:cxn ang="0">
                  <a:pos x="21" y="134"/>
                </a:cxn>
                <a:cxn ang="0">
                  <a:pos x="13" y="127"/>
                </a:cxn>
                <a:cxn ang="0">
                  <a:pos x="6" y="119"/>
                </a:cxn>
                <a:cxn ang="0">
                  <a:pos x="2" y="106"/>
                </a:cxn>
                <a:cxn ang="0">
                  <a:pos x="0" y="92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17" y="100"/>
                </a:cxn>
                <a:cxn ang="0">
                  <a:pos x="20" y="110"/>
                </a:cxn>
                <a:cxn ang="0">
                  <a:pos x="24" y="117"/>
                </a:cxn>
                <a:cxn ang="0">
                  <a:pos x="34" y="124"/>
                </a:cxn>
                <a:cxn ang="0">
                  <a:pos x="49" y="126"/>
                </a:cxn>
                <a:cxn ang="0">
                  <a:pos x="62" y="124"/>
                </a:cxn>
                <a:cxn ang="0">
                  <a:pos x="72" y="120"/>
                </a:cxn>
                <a:cxn ang="0">
                  <a:pos x="80" y="113"/>
                </a:cxn>
                <a:cxn ang="0">
                  <a:pos x="89" y="99"/>
                </a:cxn>
                <a:cxn ang="0">
                  <a:pos x="92" y="81"/>
                </a:cxn>
                <a:cxn ang="0">
                  <a:pos x="92" y="0"/>
                </a:cxn>
                <a:cxn ang="0">
                  <a:pos x="107" y="0"/>
                </a:cxn>
              </a:cxnLst>
              <a:rect l="0" t="0" r="r" b="b"/>
              <a:pathLst>
                <a:path w="107" h="140">
                  <a:moveTo>
                    <a:pt x="107" y="0"/>
                  </a:moveTo>
                  <a:lnTo>
                    <a:pt x="107" y="135"/>
                  </a:lnTo>
                  <a:lnTo>
                    <a:pt x="92" y="135"/>
                  </a:lnTo>
                  <a:lnTo>
                    <a:pt x="92" y="114"/>
                  </a:lnTo>
                  <a:lnTo>
                    <a:pt x="83" y="126"/>
                  </a:lnTo>
                  <a:lnTo>
                    <a:pt x="79" y="130"/>
                  </a:lnTo>
                  <a:lnTo>
                    <a:pt x="73" y="134"/>
                  </a:lnTo>
                  <a:lnTo>
                    <a:pt x="61" y="138"/>
                  </a:lnTo>
                  <a:lnTo>
                    <a:pt x="47" y="140"/>
                  </a:lnTo>
                  <a:lnTo>
                    <a:pt x="32" y="138"/>
                  </a:lnTo>
                  <a:lnTo>
                    <a:pt x="21" y="134"/>
                  </a:lnTo>
                  <a:lnTo>
                    <a:pt x="13" y="127"/>
                  </a:lnTo>
                  <a:lnTo>
                    <a:pt x="6" y="119"/>
                  </a:lnTo>
                  <a:lnTo>
                    <a:pt x="2" y="106"/>
                  </a:lnTo>
                  <a:lnTo>
                    <a:pt x="0" y="92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7" y="100"/>
                  </a:lnTo>
                  <a:lnTo>
                    <a:pt x="20" y="110"/>
                  </a:lnTo>
                  <a:lnTo>
                    <a:pt x="24" y="117"/>
                  </a:lnTo>
                  <a:lnTo>
                    <a:pt x="34" y="124"/>
                  </a:lnTo>
                  <a:lnTo>
                    <a:pt x="49" y="126"/>
                  </a:lnTo>
                  <a:lnTo>
                    <a:pt x="62" y="124"/>
                  </a:lnTo>
                  <a:lnTo>
                    <a:pt x="72" y="120"/>
                  </a:lnTo>
                  <a:lnTo>
                    <a:pt x="80" y="113"/>
                  </a:lnTo>
                  <a:lnTo>
                    <a:pt x="89" y="99"/>
                  </a:lnTo>
                  <a:lnTo>
                    <a:pt x="92" y="81"/>
                  </a:lnTo>
                  <a:lnTo>
                    <a:pt x="92" y="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8" name="Freeform 222"/>
            <p:cNvSpPr>
              <a:spLocks/>
            </p:cNvSpPr>
            <p:nvPr/>
          </p:nvSpPr>
          <p:spPr bwMode="auto">
            <a:xfrm>
              <a:off x="1910130" y="1273400"/>
              <a:ext cx="57317" cy="72147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5" y="97"/>
                </a:cxn>
                <a:cxn ang="0">
                  <a:pos x="18" y="110"/>
                </a:cxn>
                <a:cxn ang="0">
                  <a:pos x="25" y="121"/>
                </a:cxn>
                <a:cxn ang="0">
                  <a:pos x="37" y="128"/>
                </a:cxn>
                <a:cxn ang="0">
                  <a:pos x="52" y="130"/>
                </a:cxn>
                <a:cxn ang="0">
                  <a:pos x="67" y="128"/>
                </a:cxn>
                <a:cxn ang="0">
                  <a:pos x="79" y="123"/>
                </a:cxn>
                <a:cxn ang="0">
                  <a:pos x="83" y="120"/>
                </a:cxn>
                <a:cxn ang="0">
                  <a:pos x="86" y="116"/>
                </a:cxn>
                <a:cxn ang="0">
                  <a:pos x="89" y="104"/>
                </a:cxn>
                <a:cxn ang="0">
                  <a:pos x="84" y="94"/>
                </a:cxn>
                <a:cxn ang="0">
                  <a:pos x="72" y="86"/>
                </a:cxn>
                <a:cxn ang="0">
                  <a:pos x="52" y="79"/>
                </a:cxn>
                <a:cxn ang="0">
                  <a:pos x="51" y="79"/>
                </a:cxn>
                <a:cxn ang="0">
                  <a:pos x="34" y="75"/>
                </a:cxn>
                <a:cxn ang="0">
                  <a:pos x="21" y="69"/>
                </a:cxn>
                <a:cxn ang="0">
                  <a:pos x="13" y="63"/>
                </a:cxn>
                <a:cxn ang="0">
                  <a:pos x="6" y="54"/>
                </a:cxn>
                <a:cxn ang="0">
                  <a:pos x="3" y="39"/>
                </a:cxn>
                <a:cxn ang="0">
                  <a:pos x="6" y="24"/>
                </a:cxn>
                <a:cxn ang="0">
                  <a:pos x="15" y="11"/>
                </a:cxn>
                <a:cxn ang="0">
                  <a:pos x="31" y="3"/>
                </a:cxn>
                <a:cxn ang="0">
                  <a:pos x="49" y="0"/>
                </a:cxn>
                <a:cxn ang="0">
                  <a:pos x="63" y="1"/>
                </a:cxn>
                <a:cxn ang="0">
                  <a:pos x="76" y="6"/>
                </a:cxn>
                <a:cxn ang="0">
                  <a:pos x="86" y="13"/>
                </a:cxn>
                <a:cxn ang="0">
                  <a:pos x="96" y="27"/>
                </a:cxn>
                <a:cxn ang="0">
                  <a:pos x="100" y="44"/>
                </a:cxn>
                <a:cxn ang="0">
                  <a:pos x="84" y="44"/>
                </a:cxn>
                <a:cxn ang="0">
                  <a:pos x="83" y="38"/>
                </a:cxn>
                <a:cxn ang="0">
                  <a:pos x="82" y="31"/>
                </a:cxn>
                <a:cxn ang="0">
                  <a:pos x="79" y="27"/>
                </a:cxn>
                <a:cxn ang="0">
                  <a:pos x="75" y="23"/>
                </a:cxn>
                <a:cxn ang="0">
                  <a:pos x="63" y="17"/>
                </a:cxn>
                <a:cxn ang="0">
                  <a:pos x="49" y="14"/>
                </a:cxn>
                <a:cxn ang="0">
                  <a:pos x="37" y="16"/>
                </a:cxn>
                <a:cxn ang="0">
                  <a:pos x="27" y="21"/>
                </a:cxn>
                <a:cxn ang="0">
                  <a:pos x="22" y="24"/>
                </a:cxn>
                <a:cxn ang="0">
                  <a:pos x="21" y="28"/>
                </a:cxn>
                <a:cxn ang="0">
                  <a:pos x="18" y="32"/>
                </a:cxn>
                <a:cxn ang="0">
                  <a:pos x="18" y="38"/>
                </a:cxn>
                <a:cxn ang="0">
                  <a:pos x="22" y="49"/>
                </a:cxn>
                <a:cxn ang="0">
                  <a:pos x="35" y="58"/>
                </a:cxn>
                <a:cxn ang="0">
                  <a:pos x="55" y="65"/>
                </a:cxn>
                <a:cxn ang="0">
                  <a:pos x="58" y="65"/>
                </a:cxn>
                <a:cxn ang="0">
                  <a:pos x="59" y="66"/>
                </a:cxn>
                <a:cxn ang="0">
                  <a:pos x="63" y="66"/>
                </a:cxn>
                <a:cxn ang="0">
                  <a:pos x="83" y="73"/>
                </a:cxn>
                <a:cxn ang="0">
                  <a:pos x="96" y="80"/>
                </a:cxn>
                <a:cxn ang="0">
                  <a:pos x="103" y="90"/>
                </a:cxn>
                <a:cxn ang="0">
                  <a:pos x="104" y="104"/>
                </a:cxn>
                <a:cxn ang="0">
                  <a:pos x="103" y="116"/>
                </a:cxn>
                <a:cxn ang="0">
                  <a:pos x="98" y="125"/>
                </a:cxn>
                <a:cxn ang="0">
                  <a:pos x="90" y="132"/>
                </a:cxn>
                <a:cxn ang="0">
                  <a:pos x="73" y="141"/>
                </a:cxn>
                <a:cxn ang="0">
                  <a:pos x="52" y="144"/>
                </a:cxn>
                <a:cxn ang="0">
                  <a:pos x="31" y="141"/>
                </a:cxn>
                <a:cxn ang="0">
                  <a:pos x="14" y="131"/>
                </a:cxn>
                <a:cxn ang="0">
                  <a:pos x="6" y="121"/>
                </a:cxn>
                <a:cxn ang="0">
                  <a:pos x="1" y="110"/>
                </a:cxn>
                <a:cxn ang="0">
                  <a:pos x="0" y="97"/>
                </a:cxn>
              </a:cxnLst>
              <a:rect l="0" t="0" r="r" b="b"/>
              <a:pathLst>
                <a:path w="104" h="144">
                  <a:moveTo>
                    <a:pt x="0" y="97"/>
                  </a:moveTo>
                  <a:lnTo>
                    <a:pt x="15" y="97"/>
                  </a:lnTo>
                  <a:lnTo>
                    <a:pt x="18" y="110"/>
                  </a:lnTo>
                  <a:lnTo>
                    <a:pt x="25" y="121"/>
                  </a:lnTo>
                  <a:lnTo>
                    <a:pt x="37" y="128"/>
                  </a:lnTo>
                  <a:lnTo>
                    <a:pt x="52" y="130"/>
                  </a:lnTo>
                  <a:lnTo>
                    <a:pt x="67" y="128"/>
                  </a:lnTo>
                  <a:lnTo>
                    <a:pt x="79" y="123"/>
                  </a:lnTo>
                  <a:lnTo>
                    <a:pt x="83" y="120"/>
                  </a:lnTo>
                  <a:lnTo>
                    <a:pt x="86" y="116"/>
                  </a:lnTo>
                  <a:lnTo>
                    <a:pt x="89" y="104"/>
                  </a:lnTo>
                  <a:lnTo>
                    <a:pt x="84" y="94"/>
                  </a:lnTo>
                  <a:lnTo>
                    <a:pt x="72" y="86"/>
                  </a:lnTo>
                  <a:lnTo>
                    <a:pt x="52" y="79"/>
                  </a:lnTo>
                  <a:lnTo>
                    <a:pt x="51" y="79"/>
                  </a:lnTo>
                  <a:lnTo>
                    <a:pt x="34" y="75"/>
                  </a:lnTo>
                  <a:lnTo>
                    <a:pt x="21" y="69"/>
                  </a:lnTo>
                  <a:lnTo>
                    <a:pt x="13" y="63"/>
                  </a:lnTo>
                  <a:lnTo>
                    <a:pt x="6" y="54"/>
                  </a:lnTo>
                  <a:lnTo>
                    <a:pt x="3" y="39"/>
                  </a:lnTo>
                  <a:lnTo>
                    <a:pt x="6" y="24"/>
                  </a:lnTo>
                  <a:lnTo>
                    <a:pt x="15" y="11"/>
                  </a:lnTo>
                  <a:lnTo>
                    <a:pt x="31" y="3"/>
                  </a:lnTo>
                  <a:lnTo>
                    <a:pt x="49" y="0"/>
                  </a:lnTo>
                  <a:lnTo>
                    <a:pt x="63" y="1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6" y="27"/>
                  </a:lnTo>
                  <a:lnTo>
                    <a:pt x="100" y="44"/>
                  </a:lnTo>
                  <a:lnTo>
                    <a:pt x="84" y="44"/>
                  </a:lnTo>
                  <a:lnTo>
                    <a:pt x="83" y="38"/>
                  </a:lnTo>
                  <a:lnTo>
                    <a:pt x="82" y="31"/>
                  </a:lnTo>
                  <a:lnTo>
                    <a:pt x="79" y="27"/>
                  </a:lnTo>
                  <a:lnTo>
                    <a:pt x="75" y="23"/>
                  </a:lnTo>
                  <a:lnTo>
                    <a:pt x="63" y="17"/>
                  </a:lnTo>
                  <a:lnTo>
                    <a:pt x="49" y="14"/>
                  </a:lnTo>
                  <a:lnTo>
                    <a:pt x="37" y="16"/>
                  </a:lnTo>
                  <a:lnTo>
                    <a:pt x="27" y="21"/>
                  </a:lnTo>
                  <a:lnTo>
                    <a:pt x="22" y="24"/>
                  </a:lnTo>
                  <a:lnTo>
                    <a:pt x="21" y="28"/>
                  </a:lnTo>
                  <a:lnTo>
                    <a:pt x="18" y="32"/>
                  </a:lnTo>
                  <a:lnTo>
                    <a:pt x="18" y="38"/>
                  </a:lnTo>
                  <a:lnTo>
                    <a:pt x="22" y="49"/>
                  </a:lnTo>
                  <a:lnTo>
                    <a:pt x="35" y="58"/>
                  </a:lnTo>
                  <a:lnTo>
                    <a:pt x="55" y="65"/>
                  </a:lnTo>
                  <a:lnTo>
                    <a:pt x="58" y="65"/>
                  </a:lnTo>
                  <a:lnTo>
                    <a:pt x="59" y="66"/>
                  </a:lnTo>
                  <a:lnTo>
                    <a:pt x="63" y="66"/>
                  </a:lnTo>
                  <a:lnTo>
                    <a:pt x="83" y="73"/>
                  </a:lnTo>
                  <a:lnTo>
                    <a:pt x="96" y="80"/>
                  </a:lnTo>
                  <a:lnTo>
                    <a:pt x="103" y="90"/>
                  </a:lnTo>
                  <a:lnTo>
                    <a:pt x="104" y="104"/>
                  </a:lnTo>
                  <a:lnTo>
                    <a:pt x="103" y="116"/>
                  </a:lnTo>
                  <a:lnTo>
                    <a:pt x="98" y="125"/>
                  </a:lnTo>
                  <a:lnTo>
                    <a:pt x="90" y="132"/>
                  </a:lnTo>
                  <a:lnTo>
                    <a:pt x="73" y="141"/>
                  </a:lnTo>
                  <a:lnTo>
                    <a:pt x="52" y="144"/>
                  </a:lnTo>
                  <a:lnTo>
                    <a:pt x="31" y="141"/>
                  </a:lnTo>
                  <a:lnTo>
                    <a:pt x="14" y="131"/>
                  </a:lnTo>
                  <a:lnTo>
                    <a:pt x="6" y="121"/>
                  </a:lnTo>
                  <a:lnTo>
                    <a:pt x="1" y="11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9" name="Freeform 223"/>
            <p:cNvSpPr>
              <a:spLocks noEditPoints="1"/>
            </p:cNvSpPr>
            <p:nvPr/>
          </p:nvSpPr>
          <p:spPr bwMode="auto">
            <a:xfrm>
              <a:off x="1994452" y="1249351"/>
              <a:ext cx="8818" cy="93691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16" y="23"/>
                </a:cxn>
                <a:cxn ang="0">
                  <a:pos x="0" y="23"/>
                </a:cxn>
                <a:cxn ang="0">
                  <a:pos x="0" y="187"/>
                </a:cxn>
                <a:cxn ang="0">
                  <a:pos x="0" y="52"/>
                </a:cxn>
                <a:cxn ang="0">
                  <a:pos x="16" y="52"/>
                </a:cxn>
                <a:cxn ang="0">
                  <a:pos x="16" y="187"/>
                </a:cxn>
                <a:cxn ang="0">
                  <a:pos x="0" y="187"/>
                </a:cxn>
              </a:cxnLst>
              <a:rect l="0" t="0" r="r" b="b"/>
              <a:pathLst>
                <a:path w="16" h="187">
                  <a:moveTo>
                    <a:pt x="0" y="23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16" y="23"/>
                  </a:lnTo>
                  <a:lnTo>
                    <a:pt x="0" y="23"/>
                  </a:lnTo>
                  <a:close/>
                  <a:moveTo>
                    <a:pt x="0" y="187"/>
                  </a:moveTo>
                  <a:lnTo>
                    <a:pt x="0" y="52"/>
                  </a:lnTo>
                  <a:lnTo>
                    <a:pt x="16" y="52"/>
                  </a:lnTo>
                  <a:lnTo>
                    <a:pt x="16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0" name="Freeform 224"/>
            <p:cNvSpPr>
              <a:spLocks/>
            </p:cNvSpPr>
            <p:nvPr/>
          </p:nvSpPr>
          <p:spPr bwMode="auto">
            <a:xfrm>
              <a:off x="2032480" y="1273400"/>
              <a:ext cx="58970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6" y="4"/>
                </a:cxn>
                <a:cxn ang="0">
                  <a:pos x="16" y="25"/>
                </a:cxn>
                <a:cxn ang="0">
                  <a:pos x="24" y="14"/>
                </a:cxn>
                <a:cxn ang="0">
                  <a:pos x="28" y="10"/>
                </a:cxn>
                <a:cxn ang="0">
                  <a:pos x="34" y="7"/>
                </a:cxn>
                <a:cxn ang="0">
                  <a:pos x="47" y="1"/>
                </a:cxn>
                <a:cxn ang="0">
                  <a:pos x="61" y="0"/>
                </a:cxn>
                <a:cxn ang="0">
                  <a:pos x="73" y="1"/>
                </a:cxn>
                <a:cxn ang="0">
                  <a:pos x="85" y="6"/>
                </a:cxn>
                <a:cxn ang="0">
                  <a:pos x="90" y="9"/>
                </a:cxn>
                <a:cxn ang="0">
                  <a:pos x="95" y="11"/>
                </a:cxn>
                <a:cxn ang="0">
                  <a:pos x="99" y="16"/>
                </a:cxn>
                <a:cxn ang="0">
                  <a:pos x="102" y="20"/>
                </a:cxn>
                <a:cxn ang="0">
                  <a:pos x="104" y="25"/>
                </a:cxn>
                <a:cxn ang="0">
                  <a:pos x="106" y="31"/>
                </a:cxn>
                <a:cxn ang="0">
                  <a:pos x="107" y="41"/>
                </a:cxn>
                <a:cxn ang="0">
                  <a:pos x="107" y="139"/>
                </a:cxn>
                <a:cxn ang="0">
                  <a:pos x="90" y="139"/>
                </a:cxn>
                <a:cxn ang="0">
                  <a:pos x="90" y="56"/>
                </a:cxn>
                <a:cxn ang="0">
                  <a:pos x="89" y="42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78" y="20"/>
                </a:cxn>
                <a:cxn ang="0">
                  <a:pos x="69" y="17"/>
                </a:cxn>
                <a:cxn ang="0">
                  <a:pos x="58" y="16"/>
                </a:cxn>
                <a:cxn ang="0">
                  <a:pos x="45" y="17"/>
                </a:cxn>
                <a:cxn ang="0">
                  <a:pos x="35" y="20"/>
                </a:cxn>
                <a:cxn ang="0">
                  <a:pos x="27" y="27"/>
                </a:cxn>
                <a:cxn ang="0">
                  <a:pos x="19" y="41"/>
                </a:cxn>
                <a:cxn ang="0">
                  <a:pos x="16" y="59"/>
                </a:cxn>
                <a:cxn ang="0">
                  <a:pos x="16" y="139"/>
                </a:cxn>
                <a:cxn ang="0">
                  <a:pos x="0" y="139"/>
                </a:cxn>
              </a:cxnLst>
              <a:rect l="0" t="0" r="r" b="b"/>
              <a:pathLst>
                <a:path w="107" h="139">
                  <a:moveTo>
                    <a:pt x="0" y="139"/>
                  </a:moveTo>
                  <a:lnTo>
                    <a:pt x="0" y="4"/>
                  </a:lnTo>
                  <a:lnTo>
                    <a:pt x="16" y="4"/>
                  </a:lnTo>
                  <a:lnTo>
                    <a:pt x="16" y="25"/>
                  </a:lnTo>
                  <a:lnTo>
                    <a:pt x="24" y="14"/>
                  </a:lnTo>
                  <a:lnTo>
                    <a:pt x="28" y="10"/>
                  </a:lnTo>
                  <a:lnTo>
                    <a:pt x="34" y="7"/>
                  </a:lnTo>
                  <a:lnTo>
                    <a:pt x="47" y="1"/>
                  </a:lnTo>
                  <a:lnTo>
                    <a:pt x="61" y="0"/>
                  </a:lnTo>
                  <a:lnTo>
                    <a:pt x="73" y="1"/>
                  </a:lnTo>
                  <a:lnTo>
                    <a:pt x="85" y="6"/>
                  </a:lnTo>
                  <a:lnTo>
                    <a:pt x="90" y="9"/>
                  </a:lnTo>
                  <a:lnTo>
                    <a:pt x="95" y="11"/>
                  </a:lnTo>
                  <a:lnTo>
                    <a:pt x="99" y="16"/>
                  </a:lnTo>
                  <a:lnTo>
                    <a:pt x="102" y="20"/>
                  </a:lnTo>
                  <a:lnTo>
                    <a:pt x="104" y="25"/>
                  </a:lnTo>
                  <a:lnTo>
                    <a:pt x="106" y="31"/>
                  </a:lnTo>
                  <a:lnTo>
                    <a:pt x="107" y="41"/>
                  </a:lnTo>
                  <a:lnTo>
                    <a:pt x="107" y="139"/>
                  </a:lnTo>
                  <a:lnTo>
                    <a:pt x="90" y="139"/>
                  </a:lnTo>
                  <a:lnTo>
                    <a:pt x="90" y="56"/>
                  </a:lnTo>
                  <a:lnTo>
                    <a:pt x="89" y="42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78" y="20"/>
                  </a:lnTo>
                  <a:lnTo>
                    <a:pt x="69" y="17"/>
                  </a:lnTo>
                  <a:lnTo>
                    <a:pt x="58" y="16"/>
                  </a:lnTo>
                  <a:lnTo>
                    <a:pt x="45" y="17"/>
                  </a:lnTo>
                  <a:lnTo>
                    <a:pt x="35" y="20"/>
                  </a:lnTo>
                  <a:lnTo>
                    <a:pt x="27" y="27"/>
                  </a:lnTo>
                  <a:lnTo>
                    <a:pt x="19" y="41"/>
                  </a:lnTo>
                  <a:lnTo>
                    <a:pt x="16" y="59"/>
                  </a:lnTo>
                  <a:lnTo>
                    <a:pt x="16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1" name="Freeform 225"/>
            <p:cNvSpPr>
              <a:spLocks noEditPoints="1"/>
            </p:cNvSpPr>
            <p:nvPr/>
          </p:nvSpPr>
          <p:spPr bwMode="auto">
            <a:xfrm>
              <a:off x="2116251" y="1273400"/>
              <a:ext cx="64482" cy="72147"/>
            </a:xfrm>
            <a:custGeom>
              <a:avLst/>
              <a:gdLst/>
              <a:ahLst/>
              <a:cxnLst>
                <a:cxn ang="0">
                  <a:pos x="16" y="75"/>
                </a:cxn>
                <a:cxn ang="0">
                  <a:pos x="16" y="76"/>
                </a:cxn>
                <a:cxn ang="0">
                  <a:pos x="17" y="92"/>
                </a:cxn>
                <a:cxn ang="0">
                  <a:pos x="21" y="104"/>
                </a:cxn>
                <a:cxn ang="0">
                  <a:pos x="28" y="116"/>
                </a:cxn>
                <a:cxn ang="0">
                  <a:pos x="37" y="124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5" y="128"/>
                </a:cxn>
                <a:cxn ang="0">
                  <a:pos x="88" y="121"/>
                </a:cxn>
                <a:cxn ang="0">
                  <a:pos x="96" y="111"/>
                </a:cxn>
                <a:cxn ang="0">
                  <a:pos x="100" y="99"/>
                </a:cxn>
                <a:cxn ang="0">
                  <a:pos x="116" y="99"/>
                </a:cxn>
                <a:cxn ang="0">
                  <a:pos x="113" y="111"/>
                </a:cxn>
                <a:cxn ang="0">
                  <a:pos x="107" y="121"/>
                </a:cxn>
                <a:cxn ang="0">
                  <a:pos x="97" y="131"/>
                </a:cxn>
                <a:cxn ang="0">
                  <a:pos x="81" y="141"/>
                </a:cxn>
                <a:cxn ang="0">
                  <a:pos x="59" y="144"/>
                </a:cxn>
                <a:cxn ang="0">
                  <a:pos x="43" y="142"/>
                </a:cxn>
                <a:cxn ang="0">
                  <a:pos x="27" y="135"/>
                </a:cxn>
                <a:cxn ang="0">
                  <a:pos x="16" y="125"/>
                </a:cxn>
                <a:cxn ang="0">
                  <a:pos x="7" y="111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6" y="20"/>
                </a:cxn>
                <a:cxn ang="0">
                  <a:pos x="28" y="9"/>
                </a:cxn>
                <a:cxn ang="0">
                  <a:pos x="43" y="3"/>
                </a:cxn>
                <a:cxn ang="0">
                  <a:pos x="59" y="0"/>
                </a:cxn>
                <a:cxn ang="0">
                  <a:pos x="76" y="3"/>
                </a:cxn>
                <a:cxn ang="0">
                  <a:pos x="90" y="9"/>
                </a:cxn>
                <a:cxn ang="0">
                  <a:pos x="103" y="18"/>
                </a:cxn>
                <a:cxn ang="0">
                  <a:pos x="111" y="32"/>
                </a:cxn>
                <a:cxn ang="0">
                  <a:pos x="116" y="49"/>
                </a:cxn>
                <a:cxn ang="0">
                  <a:pos x="117" y="70"/>
                </a:cxn>
                <a:cxn ang="0">
                  <a:pos x="117" y="75"/>
                </a:cxn>
                <a:cxn ang="0">
                  <a:pos x="16" y="75"/>
                </a:cxn>
                <a:cxn ang="0">
                  <a:pos x="16" y="62"/>
                </a:cxn>
                <a:cxn ang="0">
                  <a:pos x="102" y="62"/>
                </a:cxn>
                <a:cxn ang="0">
                  <a:pos x="97" y="42"/>
                </a:cxn>
                <a:cxn ang="0">
                  <a:pos x="89" y="27"/>
                </a:cxn>
                <a:cxn ang="0">
                  <a:pos x="76" y="17"/>
                </a:cxn>
                <a:cxn ang="0">
                  <a:pos x="59" y="14"/>
                </a:cxn>
                <a:cxn ang="0">
                  <a:pos x="43" y="17"/>
                </a:cxn>
                <a:cxn ang="0">
                  <a:pos x="28" y="27"/>
                </a:cxn>
                <a:cxn ang="0">
                  <a:pos x="20" y="42"/>
                </a:cxn>
                <a:cxn ang="0">
                  <a:pos x="16" y="62"/>
                </a:cxn>
              </a:cxnLst>
              <a:rect l="0" t="0" r="r" b="b"/>
              <a:pathLst>
                <a:path w="117" h="144">
                  <a:moveTo>
                    <a:pt x="16" y="75"/>
                  </a:moveTo>
                  <a:lnTo>
                    <a:pt x="16" y="76"/>
                  </a:lnTo>
                  <a:lnTo>
                    <a:pt x="17" y="92"/>
                  </a:lnTo>
                  <a:lnTo>
                    <a:pt x="21" y="104"/>
                  </a:lnTo>
                  <a:lnTo>
                    <a:pt x="28" y="116"/>
                  </a:lnTo>
                  <a:lnTo>
                    <a:pt x="37" y="124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5" y="128"/>
                  </a:lnTo>
                  <a:lnTo>
                    <a:pt x="88" y="121"/>
                  </a:lnTo>
                  <a:lnTo>
                    <a:pt x="96" y="111"/>
                  </a:lnTo>
                  <a:lnTo>
                    <a:pt x="100" y="99"/>
                  </a:lnTo>
                  <a:lnTo>
                    <a:pt x="116" y="99"/>
                  </a:lnTo>
                  <a:lnTo>
                    <a:pt x="113" y="111"/>
                  </a:lnTo>
                  <a:lnTo>
                    <a:pt x="107" y="121"/>
                  </a:lnTo>
                  <a:lnTo>
                    <a:pt x="97" y="131"/>
                  </a:lnTo>
                  <a:lnTo>
                    <a:pt x="81" y="141"/>
                  </a:lnTo>
                  <a:lnTo>
                    <a:pt x="59" y="144"/>
                  </a:lnTo>
                  <a:lnTo>
                    <a:pt x="43" y="142"/>
                  </a:lnTo>
                  <a:lnTo>
                    <a:pt x="27" y="135"/>
                  </a:lnTo>
                  <a:lnTo>
                    <a:pt x="16" y="125"/>
                  </a:lnTo>
                  <a:lnTo>
                    <a:pt x="7" y="111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6" y="20"/>
                  </a:lnTo>
                  <a:lnTo>
                    <a:pt x="28" y="9"/>
                  </a:lnTo>
                  <a:lnTo>
                    <a:pt x="43" y="3"/>
                  </a:lnTo>
                  <a:lnTo>
                    <a:pt x="59" y="0"/>
                  </a:lnTo>
                  <a:lnTo>
                    <a:pt x="76" y="3"/>
                  </a:lnTo>
                  <a:lnTo>
                    <a:pt x="90" y="9"/>
                  </a:lnTo>
                  <a:lnTo>
                    <a:pt x="103" y="18"/>
                  </a:lnTo>
                  <a:lnTo>
                    <a:pt x="111" y="32"/>
                  </a:lnTo>
                  <a:lnTo>
                    <a:pt x="116" y="49"/>
                  </a:lnTo>
                  <a:lnTo>
                    <a:pt x="117" y="70"/>
                  </a:lnTo>
                  <a:lnTo>
                    <a:pt x="117" y="75"/>
                  </a:lnTo>
                  <a:lnTo>
                    <a:pt x="16" y="75"/>
                  </a:lnTo>
                  <a:close/>
                  <a:moveTo>
                    <a:pt x="16" y="62"/>
                  </a:moveTo>
                  <a:lnTo>
                    <a:pt x="102" y="62"/>
                  </a:lnTo>
                  <a:lnTo>
                    <a:pt x="97" y="42"/>
                  </a:lnTo>
                  <a:lnTo>
                    <a:pt x="89" y="27"/>
                  </a:lnTo>
                  <a:lnTo>
                    <a:pt x="76" y="17"/>
                  </a:lnTo>
                  <a:lnTo>
                    <a:pt x="59" y="14"/>
                  </a:lnTo>
                  <a:lnTo>
                    <a:pt x="43" y="17"/>
                  </a:lnTo>
                  <a:lnTo>
                    <a:pt x="28" y="27"/>
                  </a:lnTo>
                  <a:lnTo>
                    <a:pt x="20" y="42"/>
                  </a:lnTo>
                  <a:lnTo>
                    <a:pt x="16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2" name="Freeform 226"/>
            <p:cNvSpPr>
              <a:spLocks/>
            </p:cNvSpPr>
            <p:nvPr/>
          </p:nvSpPr>
          <p:spPr bwMode="auto">
            <a:xfrm>
              <a:off x="2202778" y="1273400"/>
              <a:ext cx="57868" cy="72147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6" y="97"/>
                </a:cxn>
                <a:cxn ang="0">
                  <a:pos x="19" y="110"/>
                </a:cxn>
                <a:cxn ang="0">
                  <a:pos x="26" y="121"/>
                </a:cxn>
                <a:cxn ang="0">
                  <a:pos x="38" y="128"/>
                </a:cxn>
                <a:cxn ang="0">
                  <a:pos x="53" y="130"/>
                </a:cxn>
                <a:cxn ang="0">
                  <a:pos x="68" y="128"/>
                </a:cxn>
                <a:cxn ang="0">
                  <a:pos x="80" y="123"/>
                </a:cxn>
                <a:cxn ang="0">
                  <a:pos x="84" y="120"/>
                </a:cxn>
                <a:cxn ang="0">
                  <a:pos x="87" y="116"/>
                </a:cxn>
                <a:cxn ang="0">
                  <a:pos x="88" y="110"/>
                </a:cxn>
                <a:cxn ang="0">
                  <a:pos x="88" y="104"/>
                </a:cxn>
                <a:cxn ang="0">
                  <a:pos x="84" y="94"/>
                </a:cxn>
                <a:cxn ang="0">
                  <a:pos x="73" y="86"/>
                </a:cxn>
                <a:cxn ang="0">
                  <a:pos x="53" y="79"/>
                </a:cxn>
                <a:cxn ang="0">
                  <a:pos x="52" y="79"/>
                </a:cxn>
                <a:cxn ang="0">
                  <a:pos x="35" y="75"/>
                </a:cxn>
                <a:cxn ang="0">
                  <a:pos x="22" y="69"/>
                </a:cxn>
                <a:cxn ang="0">
                  <a:pos x="14" y="63"/>
                </a:cxn>
                <a:cxn ang="0">
                  <a:pos x="7" y="54"/>
                </a:cxn>
                <a:cxn ang="0">
                  <a:pos x="4" y="39"/>
                </a:cxn>
                <a:cxn ang="0">
                  <a:pos x="7" y="24"/>
                </a:cxn>
                <a:cxn ang="0">
                  <a:pos x="16" y="11"/>
                </a:cxn>
                <a:cxn ang="0">
                  <a:pos x="32" y="3"/>
                </a:cxn>
                <a:cxn ang="0">
                  <a:pos x="50" y="0"/>
                </a:cxn>
                <a:cxn ang="0">
                  <a:pos x="64" y="1"/>
                </a:cxn>
                <a:cxn ang="0">
                  <a:pos x="77" y="6"/>
                </a:cxn>
                <a:cxn ang="0">
                  <a:pos x="87" y="13"/>
                </a:cxn>
                <a:cxn ang="0">
                  <a:pos x="97" y="27"/>
                </a:cxn>
                <a:cxn ang="0">
                  <a:pos x="101" y="44"/>
                </a:cxn>
                <a:cxn ang="0">
                  <a:pos x="85" y="44"/>
                </a:cxn>
                <a:cxn ang="0">
                  <a:pos x="84" y="38"/>
                </a:cxn>
                <a:cxn ang="0">
                  <a:pos x="83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64" y="17"/>
                </a:cxn>
                <a:cxn ang="0">
                  <a:pos x="50" y="14"/>
                </a:cxn>
                <a:cxn ang="0">
                  <a:pos x="38" y="16"/>
                </a:cxn>
                <a:cxn ang="0">
                  <a:pos x="28" y="21"/>
                </a:cxn>
                <a:cxn ang="0">
                  <a:pos x="23" y="24"/>
                </a:cxn>
                <a:cxn ang="0">
                  <a:pos x="22" y="28"/>
                </a:cxn>
                <a:cxn ang="0">
                  <a:pos x="19" y="32"/>
                </a:cxn>
                <a:cxn ang="0">
                  <a:pos x="19" y="38"/>
                </a:cxn>
                <a:cxn ang="0">
                  <a:pos x="23" y="49"/>
                </a:cxn>
                <a:cxn ang="0">
                  <a:pos x="36" y="58"/>
                </a:cxn>
                <a:cxn ang="0">
                  <a:pos x="56" y="65"/>
                </a:cxn>
                <a:cxn ang="0">
                  <a:pos x="59" y="65"/>
                </a:cxn>
                <a:cxn ang="0">
                  <a:pos x="60" y="66"/>
                </a:cxn>
                <a:cxn ang="0">
                  <a:pos x="63" y="66"/>
                </a:cxn>
                <a:cxn ang="0">
                  <a:pos x="83" y="73"/>
                </a:cxn>
                <a:cxn ang="0">
                  <a:pos x="95" y="80"/>
                </a:cxn>
                <a:cxn ang="0">
                  <a:pos x="102" y="90"/>
                </a:cxn>
                <a:cxn ang="0">
                  <a:pos x="105" y="104"/>
                </a:cxn>
                <a:cxn ang="0">
                  <a:pos x="104" y="116"/>
                </a:cxn>
                <a:cxn ang="0">
                  <a:pos x="98" y="125"/>
                </a:cxn>
                <a:cxn ang="0">
                  <a:pos x="91" y="132"/>
                </a:cxn>
                <a:cxn ang="0">
                  <a:pos x="74" y="141"/>
                </a:cxn>
                <a:cxn ang="0">
                  <a:pos x="53" y="144"/>
                </a:cxn>
                <a:cxn ang="0">
                  <a:pos x="32" y="141"/>
                </a:cxn>
                <a:cxn ang="0">
                  <a:pos x="15" y="131"/>
                </a:cxn>
                <a:cxn ang="0">
                  <a:pos x="7" y="121"/>
                </a:cxn>
                <a:cxn ang="0">
                  <a:pos x="2" y="110"/>
                </a:cxn>
                <a:cxn ang="0">
                  <a:pos x="0" y="97"/>
                </a:cxn>
              </a:cxnLst>
              <a:rect l="0" t="0" r="r" b="b"/>
              <a:pathLst>
                <a:path w="105" h="144">
                  <a:moveTo>
                    <a:pt x="0" y="97"/>
                  </a:moveTo>
                  <a:lnTo>
                    <a:pt x="16" y="97"/>
                  </a:lnTo>
                  <a:lnTo>
                    <a:pt x="19" y="110"/>
                  </a:lnTo>
                  <a:lnTo>
                    <a:pt x="26" y="121"/>
                  </a:lnTo>
                  <a:lnTo>
                    <a:pt x="38" y="128"/>
                  </a:lnTo>
                  <a:lnTo>
                    <a:pt x="53" y="130"/>
                  </a:lnTo>
                  <a:lnTo>
                    <a:pt x="68" y="128"/>
                  </a:lnTo>
                  <a:lnTo>
                    <a:pt x="80" y="123"/>
                  </a:lnTo>
                  <a:lnTo>
                    <a:pt x="84" y="120"/>
                  </a:lnTo>
                  <a:lnTo>
                    <a:pt x="87" y="116"/>
                  </a:lnTo>
                  <a:lnTo>
                    <a:pt x="88" y="110"/>
                  </a:lnTo>
                  <a:lnTo>
                    <a:pt x="88" y="104"/>
                  </a:lnTo>
                  <a:lnTo>
                    <a:pt x="84" y="94"/>
                  </a:lnTo>
                  <a:lnTo>
                    <a:pt x="73" y="86"/>
                  </a:lnTo>
                  <a:lnTo>
                    <a:pt x="53" y="79"/>
                  </a:lnTo>
                  <a:lnTo>
                    <a:pt x="52" y="79"/>
                  </a:lnTo>
                  <a:lnTo>
                    <a:pt x="35" y="75"/>
                  </a:lnTo>
                  <a:lnTo>
                    <a:pt x="22" y="69"/>
                  </a:lnTo>
                  <a:lnTo>
                    <a:pt x="14" y="63"/>
                  </a:lnTo>
                  <a:lnTo>
                    <a:pt x="7" y="54"/>
                  </a:lnTo>
                  <a:lnTo>
                    <a:pt x="4" y="39"/>
                  </a:lnTo>
                  <a:lnTo>
                    <a:pt x="7" y="24"/>
                  </a:lnTo>
                  <a:lnTo>
                    <a:pt x="16" y="11"/>
                  </a:lnTo>
                  <a:lnTo>
                    <a:pt x="32" y="3"/>
                  </a:lnTo>
                  <a:lnTo>
                    <a:pt x="50" y="0"/>
                  </a:lnTo>
                  <a:lnTo>
                    <a:pt x="64" y="1"/>
                  </a:lnTo>
                  <a:lnTo>
                    <a:pt x="77" y="6"/>
                  </a:lnTo>
                  <a:lnTo>
                    <a:pt x="87" y="13"/>
                  </a:lnTo>
                  <a:lnTo>
                    <a:pt x="97" y="27"/>
                  </a:lnTo>
                  <a:lnTo>
                    <a:pt x="101" y="44"/>
                  </a:lnTo>
                  <a:lnTo>
                    <a:pt x="85" y="44"/>
                  </a:lnTo>
                  <a:lnTo>
                    <a:pt x="84" y="38"/>
                  </a:lnTo>
                  <a:lnTo>
                    <a:pt x="83" y="31"/>
                  </a:lnTo>
                  <a:lnTo>
                    <a:pt x="80" y="27"/>
                  </a:lnTo>
                  <a:lnTo>
                    <a:pt x="76" y="23"/>
                  </a:lnTo>
                  <a:lnTo>
                    <a:pt x="64" y="17"/>
                  </a:lnTo>
                  <a:lnTo>
                    <a:pt x="50" y="14"/>
                  </a:lnTo>
                  <a:lnTo>
                    <a:pt x="38" y="16"/>
                  </a:lnTo>
                  <a:lnTo>
                    <a:pt x="28" y="21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9" y="32"/>
                  </a:lnTo>
                  <a:lnTo>
                    <a:pt x="19" y="38"/>
                  </a:lnTo>
                  <a:lnTo>
                    <a:pt x="23" y="49"/>
                  </a:lnTo>
                  <a:lnTo>
                    <a:pt x="36" y="58"/>
                  </a:lnTo>
                  <a:lnTo>
                    <a:pt x="56" y="65"/>
                  </a:lnTo>
                  <a:lnTo>
                    <a:pt x="59" y="65"/>
                  </a:lnTo>
                  <a:lnTo>
                    <a:pt x="60" y="66"/>
                  </a:lnTo>
                  <a:lnTo>
                    <a:pt x="63" y="66"/>
                  </a:lnTo>
                  <a:lnTo>
                    <a:pt x="83" y="73"/>
                  </a:lnTo>
                  <a:lnTo>
                    <a:pt x="95" y="80"/>
                  </a:lnTo>
                  <a:lnTo>
                    <a:pt x="102" y="90"/>
                  </a:lnTo>
                  <a:lnTo>
                    <a:pt x="105" y="104"/>
                  </a:lnTo>
                  <a:lnTo>
                    <a:pt x="104" y="116"/>
                  </a:lnTo>
                  <a:lnTo>
                    <a:pt x="98" y="125"/>
                  </a:lnTo>
                  <a:lnTo>
                    <a:pt x="91" y="132"/>
                  </a:lnTo>
                  <a:lnTo>
                    <a:pt x="74" y="141"/>
                  </a:lnTo>
                  <a:lnTo>
                    <a:pt x="53" y="144"/>
                  </a:lnTo>
                  <a:lnTo>
                    <a:pt x="32" y="141"/>
                  </a:lnTo>
                  <a:lnTo>
                    <a:pt x="15" y="131"/>
                  </a:lnTo>
                  <a:lnTo>
                    <a:pt x="7" y="121"/>
                  </a:lnTo>
                  <a:lnTo>
                    <a:pt x="2" y="11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3" name="Freeform 227"/>
            <p:cNvSpPr>
              <a:spLocks/>
            </p:cNvSpPr>
            <p:nvPr/>
          </p:nvSpPr>
          <p:spPr bwMode="auto">
            <a:xfrm>
              <a:off x="2283242" y="1273400"/>
              <a:ext cx="57868" cy="72147"/>
            </a:xfrm>
            <a:custGeom>
              <a:avLst/>
              <a:gdLst/>
              <a:ahLst/>
              <a:cxnLst>
                <a:cxn ang="0">
                  <a:pos x="15" y="97"/>
                </a:cxn>
                <a:cxn ang="0">
                  <a:pos x="27" y="121"/>
                </a:cxn>
                <a:cxn ang="0">
                  <a:pos x="52" y="130"/>
                </a:cxn>
                <a:cxn ang="0">
                  <a:pos x="79" y="123"/>
                </a:cxn>
                <a:cxn ang="0">
                  <a:pos x="86" y="116"/>
                </a:cxn>
                <a:cxn ang="0">
                  <a:pos x="89" y="104"/>
                </a:cxn>
                <a:cxn ang="0">
                  <a:pos x="80" y="90"/>
                </a:cxn>
                <a:cxn ang="0">
                  <a:pos x="35" y="75"/>
                </a:cxn>
                <a:cxn ang="0">
                  <a:pos x="13" y="63"/>
                </a:cxn>
                <a:cxn ang="0">
                  <a:pos x="4" y="49"/>
                </a:cxn>
                <a:cxn ang="0">
                  <a:pos x="5" y="24"/>
                </a:cxn>
                <a:cxn ang="0">
                  <a:pos x="31" y="3"/>
                </a:cxn>
                <a:cxn ang="0">
                  <a:pos x="63" y="1"/>
                </a:cxn>
                <a:cxn ang="0">
                  <a:pos x="86" y="13"/>
                </a:cxn>
                <a:cxn ang="0">
                  <a:pos x="98" y="31"/>
                </a:cxn>
                <a:cxn ang="0">
                  <a:pos x="86" y="44"/>
                </a:cxn>
                <a:cxn ang="0">
                  <a:pos x="81" y="30"/>
                </a:cxn>
                <a:cxn ang="0">
                  <a:pos x="74" y="23"/>
                </a:cxn>
                <a:cxn ang="0">
                  <a:pos x="49" y="14"/>
                </a:cxn>
                <a:cxn ang="0">
                  <a:pos x="27" y="21"/>
                </a:cxn>
                <a:cxn ang="0">
                  <a:pos x="21" y="28"/>
                </a:cxn>
                <a:cxn ang="0">
                  <a:pos x="20" y="38"/>
                </a:cxn>
                <a:cxn ang="0">
                  <a:pos x="28" y="54"/>
                </a:cxn>
                <a:cxn ang="0">
                  <a:pos x="56" y="65"/>
                </a:cxn>
                <a:cxn ang="0">
                  <a:pos x="62" y="66"/>
                </a:cxn>
                <a:cxn ang="0">
                  <a:pos x="83" y="73"/>
                </a:cxn>
                <a:cxn ang="0">
                  <a:pos x="103" y="90"/>
                </a:cxn>
                <a:cxn ang="0">
                  <a:pos x="104" y="116"/>
                </a:cxn>
                <a:cxn ang="0">
                  <a:pos x="90" y="132"/>
                </a:cxn>
                <a:cxn ang="0">
                  <a:pos x="53" y="144"/>
                </a:cxn>
                <a:cxn ang="0">
                  <a:pos x="15" y="131"/>
                </a:cxn>
                <a:cxn ang="0">
                  <a:pos x="1" y="110"/>
                </a:cxn>
              </a:cxnLst>
              <a:rect l="0" t="0" r="r" b="b"/>
              <a:pathLst>
                <a:path w="105" h="144">
                  <a:moveTo>
                    <a:pt x="0" y="97"/>
                  </a:moveTo>
                  <a:lnTo>
                    <a:pt x="15" y="97"/>
                  </a:lnTo>
                  <a:lnTo>
                    <a:pt x="20" y="110"/>
                  </a:lnTo>
                  <a:lnTo>
                    <a:pt x="27" y="121"/>
                  </a:lnTo>
                  <a:lnTo>
                    <a:pt x="38" y="128"/>
                  </a:lnTo>
                  <a:lnTo>
                    <a:pt x="52" y="130"/>
                  </a:lnTo>
                  <a:lnTo>
                    <a:pt x="67" y="128"/>
                  </a:lnTo>
                  <a:lnTo>
                    <a:pt x="79" y="123"/>
                  </a:lnTo>
                  <a:lnTo>
                    <a:pt x="83" y="120"/>
                  </a:lnTo>
                  <a:lnTo>
                    <a:pt x="86" y="116"/>
                  </a:lnTo>
                  <a:lnTo>
                    <a:pt x="89" y="110"/>
                  </a:lnTo>
                  <a:lnTo>
                    <a:pt x="89" y="104"/>
                  </a:lnTo>
                  <a:lnTo>
                    <a:pt x="86" y="96"/>
                  </a:lnTo>
                  <a:lnTo>
                    <a:pt x="80" y="90"/>
                  </a:lnTo>
                  <a:lnTo>
                    <a:pt x="69" y="83"/>
                  </a:lnTo>
                  <a:lnTo>
                    <a:pt x="35" y="75"/>
                  </a:lnTo>
                  <a:lnTo>
                    <a:pt x="21" y="69"/>
                  </a:lnTo>
                  <a:lnTo>
                    <a:pt x="13" y="63"/>
                  </a:lnTo>
                  <a:lnTo>
                    <a:pt x="7" y="58"/>
                  </a:lnTo>
                  <a:lnTo>
                    <a:pt x="4" y="49"/>
                  </a:lnTo>
                  <a:lnTo>
                    <a:pt x="3" y="39"/>
                  </a:lnTo>
                  <a:lnTo>
                    <a:pt x="5" y="24"/>
                  </a:lnTo>
                  <a:lnTo>
                    <a:pt x="15" y="11"/>
                  </a:lnTo>
                  <a:lnTo>
                    <a:pt x="31" y="3"/>
                  </a:lnTo>
                  <a:lnTo>
                    <a:pt x="49" y="0"/>
                  </a:lnTo>
                  <a:lnTo>
                    <a:pt x="63" y="1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98" y="31"/>
                  </a:lnTo>
                  <a:lnTo>
                    <a:pt x="101" y="44"/>
                  </a:lnTo>
                  <a:lnTo>
                    <a:pt x="86" y="44"/>
                  </a:lnTo>
                  <a:lnTo>
                    <a:pt x="84" y="38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4" y="23"/>
                  </a:lnTo>
                  <a:lnTo>
                    <a:pt x="65" y="17"/>
                  </a:lnTo>
                  <a:lnTo>
                    <a:pt x="49" y="14"/>
                  </a:lnTo>
                  <a:lnTo>
                    <a:pt x="36" y="16"/>
                  </a:lnTo>
                  <a:lnTo>
                    <a:pt x="27" y="21"/>
                  </a:lnTo>
                  <a:lnTo>
                    <a:pt x="24" y="24"/>
                  </a:lnTo>
                  <a:lnTo>
                    <a:pt x="21" y="28"/>
                  </a:lnTo>
                  <a:lnTo>
                    <a:pt x="20" y="32"/>
                  </a:lnTo>
                  <a:lnTo>
                    <a:pt x="20" y="38"/>
                  </a:lnTo>
                  <a:lnTo>
                    <a:pt x="22" y="47"/>
                  </a:lnTo>
                  <a:lnTo>
                    <a:pt x="28" y="54"/>
                  </a:lnTo>
                  <a:lnTo>
                    <a:pt x="39" y="59"/>
                  </a:lnTo>
                  <a:lnTo>
                    <a:pt x="56" y="65"/>
                  </a:lnTo>
                  <a:lnTo>
                    <a:pt x="59" y="65"/>
                  </a:lnTo>
                  <a:lnTo>
                    <a:pt x="62" y="66"/>
                  </a:lnTo>
                  <a:lnTo>
                    <a:pt x="63" y="66"/>
                  </a:lnTo>
                  <a:lnTo>
                    <a:pt x="83" y="73"/>
                  </a:lnTo>
                  <a:lnTo>
                    <a:pt x="96" y="80"/>
                  </a:lnTo>
                  <a:lnTo>
                    <a:pt x="103" y="90"/>
                  </a:lnTo>
                  <a:lnTo>
                    <a:pt x="105" y="104"/>
                  </a:lnTo>
                  <a:lnTo>
                    <a:pt x="104" y="116"/>
                  </a:lnTo>
                  <a:lnTo>
                    <a:pt x="98" y="125"/>
                  </a:lnTo>
                  <a:lnTo>
                    <a:pt x="90" y="132"/>
                  </a:lnTo>
                  <a:lnTo>
                    <a:pt x="74" y="141"/>
                  </a:lnTo>
                  <a:lnTo>
                    <a:pt x="53" y="144"/>
                  </a:lnTo>
                  <a:lnTo>
                    <a:pt x="32" y="141"/>
                  </a:lnTo>
                  <a:lnTo>
                    <a:pt x="15" y="131"/>
                  </a:lnTo>
                  <a:lnTo>
                    <a:pt x="7" y="121"/>
                  </a:lnTo>
                  <a:lnTo>
                    <a:pt x="1" y="11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4" name="Freeform 228"/>
            <p:cNvSpPr>
              <a:spLocks/>
            </p:cNvSpPr>
            <p:nvPr/>
          </p:nvSpPr>
          <p:spPr bwMode="auto">
            <a:xfrm>
              <a:off x="2424330" y="1249351"/>
              <a:ext cx="69993" cy="93691"/>
            </a:xfrm>
            <a:custGeom>
              <a:avLst/>
              <a:gdLst/>
              <a:ahLst/>
              <a:cxnLst>
                <a:cxn ang="0">
                  <a:pos x="0" y="187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124" y="16"/>
                </a:cxn>
                <a:cxn ang="0">
                  <a:pos x="17" y="16"/>
                </a:cxn>
                <a:cxn ang="0">
                  <a:pos x="17" y="83"/>
                </a:cxn>
                <a:cxn ang="0">
                  <a:pos x="114" y="83"/>
                </a:cxn>
                <a:cxn ang="0">
                  <a:pos x="114" y="99"/>
                </a:cxn>
                <a:cxn ang="0">
                  <a:pos x="17" y="99"/>
                </a:cxn>
                <a:cxn ang="0">
                  <a:pos x="17" y="172"/>
                </a:cxn>
                <a:cxn ang="0">
                  <a:pos x="127" y="172"/>
                </a:cxn>
                <a:cxn ang="0">
                  <a:pos x="127" y="187"/>
                </a:cxn>
                <a:cxn ang="0">
                  <a:pos x="0" y="187"/>
                </a:cxn>
              </a:cxnLst>
              <a:rect l="0" t="0" r="r" b="b"/>
              <a:pathLst>
                <a:path w="127" h="187">
                  <a:moveTo>
                    <a:pt x="0" y="187"/>
                  </a:moveTo>
                  <a:lnTo>
                    <a:pt x="0" y="0"/>
                  </a:lnTo>
                  <a:lnTo>
                    <a:pt x="124" y="0"/>
                  </a:lnTo>
                  <a:lnTo>
                    <a:pt x="124" y="16"/>
                  </a:lnTo>
                  <a:lnTo>
                    <a:pt x="17" y="16"/>
                  </a:lnTo>
                  <a:lnTo>
                    <a:pt x="17" y="83"/>
                  </a:lnTo>
                  <a:lnTo>
                    <a:pt x="114" y="83"/>
                  </a:lnTo>
                  <a:lnTo>
                    <a:pt x="114" y="99"/>
                  </a:lnTo>
                  <a:lnTo>
                    <a:pt x="17" y="99"/>
                  </a:lnTo>
                  <a:lnTo>
                    <a:pt x="17" y="172"/>
                  </a:lnTo>
                  <a:lnTo>
                    <a:pt x="127" y="172"/>
                  </a:lnTo>
                  <a:lnTo>
                    <a:pt x="127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5" name="Freeform 229"/>
            <p:cNvSpPr>
              <a:spLocks/>
            </p:cNvSpPr>
            <p:nvPr/>
          </p:nvSpPr>
          <p:spPr bwMode="auto">
            <a:xfrm>
              <a:off x="2509754" y="1275404"/>
              <a:ext cx="64482" cy="67638"/>
            </a:xfrm>
            <a:custGeom>
              <a:avLst/>
              <a:gdLst/>
              <a:ahLst/>
              <a:cxnLst>
                <a:cxn ang="0">
                  <a:pos x="0" y="135"/>
                </a:cxn>
                <a:cxn ang="0">
                  <a:pos x="48" y="66"/>
                </a:cxn>
                <a:cxn ang="0">
                  <a:pos x="3" y="0"/>
                </a:cxn>
                <a:cxn ang="0">
                  <a:pos x="22" y="0"/>
                </a:cxn>
                <a:cxn ang="0">
                  <a:pos x="58" y="54"/>
                </a:cxn>
                <a:cxn ang="0">
                  <a:pos x="93" y="0"/>
                </a:cxn>
                <a:cxn ang="0">
                  <a:pos x="111" y="0"/>
                </a:cxn>
                <a:cxn ang="0">
                  <a:pos x="67" y="66"/>
                </a:cxn>
                <a:cxn ang="0">
                  <a:pos x="117" y="135"/>
                </a:cxn>
                <a:cxn ang="0">
                  <a:pos x="97" y="135"/>
                </a:cxn>
                <a:cxn ang="0">
                  <a:pos x="58" y="78"/>
                </a:cxn>
                <a:cxn ang="0">
                  <a:pos x="18" y="135"/>
                </a:cxn>
                <a:cxn ang="0">
                  <a:pos x="0" y="135"/>
                </a:cxn>
              </a:cxnLst>
              <a:rect l="0" t="0" r="r" b="b"/>
              <a:pathLst>
                <a:path w="117" h="135">
                  <a:moveTo>
                    <a:pt x="0" y="135"/>
                  </a:moveTo>
                  <a:lnTo>
                    <a:pt x="48" y="66"/>
                  </a:lnTo>
                  <a:lnTo>
                    <a:pt x="3" y="0"/>
                  </a:lnTo>
                  <a:lnTo>
                    <a:pt x="22" y="0"/>
                  </a:lnTo>
                  <a:lnTo>
                    <a:pt x="58" y="54"/>
                  </a:lnTo>
                  <a:lnTo>
                    <a:pt x="93" y="0"/>
                  </a:lnTo>
                  <a:lnTo>
                    <a:pt x="111" y="0"/>
                  </a:lnTo>
                  <a:lnTo>
                    <a:pt x="67" y="66"/>
                  </a:lnTo>
                  <a:lnTo>
                    <a:pt x="117" y="135"/>
                  </a:lnTo>
                  <a:lnTo>
                    <a:pt x="97" y="135"/>
                  </a:lnTo>
                  <a:lnTo>
                    <a:pt x="58" y="78"/>
                  </a:lnTo>
                  <a:lnTo>
                    <a:pt x="18" y="135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6" name="Freeform 230"/>
            <p:cNvSpPr>
              <a:spLocks/>
            </p:cNvSpPr>
            <p:nvPr/>
          </p:nvSpPr>
          <p:spPr bwMode="auto">
            <a:xfrm>
              <a:off x="2589667" y="1273400"/>
              <a:ext cx="63379" cy="72147"/>
            </a:xfrm>
            <a:custGeom>
              <a:avLst/>
              <a:gdLst/>
              <a:ahLst/>
              <a:cxnLst>
                <a:cxn ang="0">
                  <a:pos x="100" y="93"/>
                </a:cxn>
                <a:cxn ang="0">
                  <a:pos x="115" y="93"/>
                </a:cxn>
                <a:cxn ang="0">
                  <a:pos x="112" y="107"/>
                </a:cxn>
                <a:cxn ang="0">
                  <a:pos x="107" y="120"/>
                </a:cxn>
                <a:cxn ang="0">
                  <a:pos x="98" y="130"/>
                </a:cxn>
                <a:cxn ang="0">
                  <a:pos x="87" y="138"/>
                </a:cxn>
                <a:cxn ang="0">
                  <a:pos x="74" y="142"/>
                </a:cxn>
                <a:cxn ang="0">
                  <a:pos x="59" y="144"/>
                </a:cxn>
                <a:cxn ang="0">
                  <a:pos x="42" y="141"/>
                </a:cxn>
                <a:cxn ang="0">
                  <a:pos x="28" y="135"/>
                </a:cxn>
                <a:cxn ang="0">
                  <a:pos x="15" y="124"/>
                </a:cxn>
                <a:cxn ang="0">
                  <a:pos x="7" y="110"/>
                </a:cxn>
                <a:cxn ang="0">
                  <a:pos x="1" y="93"/>
                </a:cxn>
                <a:cxn ang="0">
                  <a:pos x="0" y="73"/>
                </a:cxn>
                <a:cxn ang="0">
                  <a:pos x="1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3" y="3"/>
                </a:cxn>
                <a:cxn ang="0">
                  <a:pos x="60" y="0"/>
                </a:cxn>
                <a:cxn ang="0">
                  <a:pos x="74" y="1"/>
                </a:cxn>
                <a:cxn ang="0">
                  <a:pos x="87" y="6"/>
                </a:cxn>
                <a:cxn ang="0">
                  <a:pos x="98" y="14"/>
                </a:cxn>
                <a:cxn ang="0">
                  <a:pos x="107" y="24"/>
                </a:cxn>
                <a:cxn ang="0">
                  <a:pos x="111" y="35"/>
                </a:cxn>
                <a:cxn ang="0">
                  <a:pos x="114" y="48"/>
                </a:cxn>
                <a:cxn ang="0">
                  <a:pos x="98" y="48"/>
                </a:cxn>
                <a:cxn ang="0">
                  <a:pos x="94" y="34"/>
                </a:cxn>
                <a:cxn ang="0">
                  <a:pos x="86" y="24"/>
                </a:cxn>
                <a:cxn ang="0">
                  <a:pos x="74" y="17"/>
                </a:cxn>
                <a:cxn ang="0">
                  <a:pos x="60" y="14"/>
                </a:cxn>
                <a:cxn ang="0">
                  <a:pos x="48" y="16"/>
                </a:cxn>
                <a:cxn ang="0">
                  <a:pos x="36" y="21"/>
                </a:cxn>
                <a:cxn ang="0">
                  <a:pos x="28" y="30"/>
                </a:cxn>
                <a:cxn ang="0">
                  <a:pos x="21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18" y="89"/>
                </a:cxn>
                <a:cxn ang="0">
                  <a:pos x="21" y="103"/>
                </a:cxn>
                <a:cxn ang="0">
                  <a:pos x="28" y="114"/>
                </a:cxn>
                <a:cxn ang="0">
                  <a:pos x="38" y="123"/>
                </a:cxn>
                <a:cxn ang="0">
                  <a:pos x="48" y="128"/>
                </a:cxn>
                <a:cxn ang="0">
                  <a:pos x="60" y="130"/>
                </a:cxn>
                <a:cxn ang="0">
                  <a:pos x="76" y="127"/>
                </a:cxn>
                <a:cxn ang="0">
                  <a:pos x="87" y="120"/>
                </a:cxn>
                <a:cxn ang="0">
                  <a:pos x="95" y="108"/>
                </a:cxn>
                <a:cxn ang="0">
                  <a:pos x="100" y="93"/>
                </a:cxn>
              </a:cxnLst>
              <a:rect l="0" t="0" r="r" b="b"/>
              <a:pathLst>
                <a:path w="115" h="144">
                  <a:moveTo>
                    <a:pt x="100" y="93"/>
                  </a:moveTo>
                  <a:lnTo>
                    <a:pt x="115" y="93"/>
                  </a:lnTo>
                  <a:lnTo>
                    <a:pt x="112" y="107"/>
                  </a:lnTo>
                  <a:lnTo>
                    <a:pt x="107" y="120"/>
                  </a:lnTo>
                  <a:lnTo>
                    <a:pt x="98" y="130"/>
                  </a:lnTo>
                  <a:lnTo>
                    <a:pt x="87" y="138"/>
                  </a:lnTo>
                  <a:lnTo>
                    <a:pt x="74" y="142"/>
                  </a:lnTo>
                  <a:lnTo>
                    <a:pt x="59" y="144"/>
                  </a:lnTo>
                  <a:lnTo>
                    <a:pt x="42" y="141"/>
                  </a:lnTo>
                  <a:lnTo>
                    <a:pt x="28" y="135"/>
                  </a:lnTo>
                  <a:lnTo>
                    <a:pt x="15" y="124"/>
                  </a:lnTo>
                  <a:lnTo>
                    <a:pt x="7" y="110"/>
                  </a:lnTo>
                  <a:lnTo>
                    <a:pt x="1" y="93"/>
                  </a:lnTo>
                  <a:lnTo>
                    <a:pt x="0" y="73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4" y="1"/>
                  </a:lnTo>
                  <a:lnTo>
                    <a:pt x="87" y="6"/>
                  </a:lnTo>
                  <a:lnTo>
                    <a:pt x="98" y="14"/>
                  </a:lnTo>
                  <a:lnTo>
                    <a:pt x="107" y="24"/>
                  </a:lnTo>
                  <a:lnTo>
                    <a:pt x="111" y="35"/>
                  </a:lnTo>
                  <a:lnTo>
                    <a:pt x="114" y="48"/>
                  </a:lnTo>
                  <a:lnTo>
                    <a:pt x="98" y="48"/>
                  </a:lnTo>
                  <a:lnTo>
                    <a:pt x="94" y="34"/>
                  </a:lnTo>
                  <a:lnTo>
                    <a:pt x="86" y="24"/>
                  </a:lnTo>
                  <a:lnTo>
                    <a:pt x="74" y="17"/>
                  </a:lnTo>
                  <a:lnTo>
                    <a:pt x="60" y="14"/>
                  </a:lnTo>
                  <a:lnTo>
                    <a:pt x="48" y="16"/>
                  </a:lnTo>
                  <a:lnTo>
                    <a:pt x="36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8" y="55"/>
                  </a:lnTo>
                  <a:lnTo>
                    <a:pt x="17" y="72"/>
                  </a:lnTo>
                  <a:lnTo>
                    <a:pt x="18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8" y="128"/>
                  </a:lnTo>
                  <a:lnTo>
                    <a:pt x="60" y="130"/>
                  </a:lnTo>
                  <a:lnTo>
                    <a:pt x="76" y="127"/>
                  </a:lnTo>
                  <a:lnTo>
                    <a:pt x="87" y="120"/>
                  </a:lnTo>
                  <a:lnTo>
                    <a:pt x="95" y="108"/>
                  </a:lnTo>
                  <a:lnTo>
                    <a:pt x="100" y="9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7" name="Freeform 231"/>
            <p:cNvSpPr>
              <a:spLocks noEditPoints="1"/>
            </p:cNvSpPr>
            <p:nvPr/>
          </p:nvSpPr>
          <p:spPr bwMode="auto">
            <a:xfrm>
              <a:off x="2673438" y="1273400"/>
              <a:ext cx="65033" cy="72147"/>
            </a:xfrm>
            <a:custGeom>
              <a:avLst/>
              <a:gdLst/>
              <a:ahLst/>
              <a:cxnLst>
                <a:cxn ang="0">
                  <a:pos x="17" y="75"/>
                </a:cxn>
                <a:cxn ang="0">
                  <a:pos x="17" y="76"/>
                </a:cxn>
                <a:cxn ang="0">
                  <a:pos x="18" y="92"/>
                </a:cxn>
                <a:cxn ang="0">
                  <a:pos x="22" y="104"/>
                </a:cxn>
                <a:cxn ang="0">
                  <a:pos x="28" y="116"/>
                </a:cxn>
                <a:cxn ang="0">
                  <a:pos x="38" y="124"/>
                </a:cxn>
                <a:cxn ang="0">
                  <a:pos x="48" y="128"/>
                </a:cxn>
                <a:cxn ang="0">
                  <a:pos x="60" y="130"/>
                </a:cxn>
                <a:cxn ang="0">
                  <a:pos x="76" y="128"/>
                </a:cxn>
                <a:cxn ang="0">
                  <a:pos x="87" y="121"/>
                </a:cxn>
                <a:cxn ang="0">
                  <a:pos x="95" y="111"/>
                </a:cxn>
                <a:cxn ang="0">
                  <a:pos x="100" y="99"/>
                </a:cxn>
                <a:cxn ang="0">
                  <a:pos x="117" y="99"/>
                </a:cxn>
                <a:cxn ang="0">
                  <a:pos x="110" y="117"/>
                </a:cxn>
                <a:cxn ang="0">
                  <a:pos x="98" y="131"/>
                </a:cxn>
                <a:cxn ang="0">
                  <a:pos x="87" y="138"/>
                </a:cxn>
                <a:cxn ang="0">
                  <a:pos x="74" y="142"/>
                </a:cxn>
                <a:cxn ang="0">
                  <a:pos x="59" y="144"/>
                </a:cxn>
                <a:cxn ang="0">
                  <a:pos x="42" y="142"/>
                </a:cxn>
                <a:cxn ang="0">
                  <a:pos x="28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3"/>
                </a:cxn>
                <a:cxn ang="0">
                  <a:pos x="1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2" y="3"/>
                </a:cxn>
                <a:cxn ang="0">
                  <a:pos x="60" y="0"/>
                </a:cxn>
                <a:cxn ang="0">
                  <a:pos x="77" y="3"/>
                </a:cxn>
                <a:cxn ang="0">
                  <a:pos x="91" y="9"/>
                </a:cxn>
                <a:cxn ang="0">
                  <a:pos x="102" y="18"/>
                </a:cxn>
                <a:cxn ang="0">
                  <a:pos x="111" y="32"/>
                </a:cxn>
                <a:cxn ang="0">
                  <a:pos x="117" y="49"/>
                </a:cxn>
                <a:cxn ang="0">
                  <a:pos x="118" y="70"/>
                </a:cxn>
                <a:cxn ang="0">
                  <a:pos x="118" y="75"/>
                </a:cxn>
                <a:cxn ang="0">
                  <a:pos x="17" y="75"/>
                </a:cxn>
                <a:cxn ang="0">
                  <a:pos x="17" y="62"/>
                </a:cxn>
                <a:cxn ang="0">
                  <a:pos x="101" y="62"/>
                </a:cxn>
                <a:cxn ang="0">
                  <a:pos x="98" y="42"/>
                </a:cxn>
                <a:cxn ang="0">
                  <a:pos x="90" y="27"/>
                </a:cxn>
                <a:cxn ang="0">
                  <a:pos x="76" y="17"/>
                </a:cxn>
                <a:cxn ang="0">
                  <a:pos x="60" y="14"/>
                </a:cxn>
                <a:cxn ang="0">
                  <a:pos x="43" y="17"/>
                </a:cxn>
                <a:cxn ang="0">
                  <a:pos x="29" y="27"/>
                </a:cxn>
                <a:cxn ang="0">
                  <a:pos x="19" y="42"/>
                </a:cxn>
                <a:cxn ang="0">
                  <a:pos x="17" y="62"/>
                </a:cxn>
              </a:cxnLst>
              <a:rect l="0" t="0" r="r" b="b"/>
              <a:pathLst>
                <a:path w="118" h="144">
                  <a:moveTo>
                    <a:pt x="17" y="75"/>
                  </a:moveTo>
                  <a:lnTo>
                    <a:pt x="17" y="76"/>
                  </a:lnTo>
                  <a:lnTo>
                    <a:pt x="18" y="92"/>
                  </a:lnTo>
                  <a:lnTo>
                    <a:pt x="22" y="104"/>
                  </a:lnTo>
                  <a:lnTo>
                    <a:pt x="28" y="116"/>
                  </a:lnTo>
                  <a:lnTo>
                    <a:pt x="38" y="124"/>
                  </a:lnTo>
                  <a:lnTo>
                    <a:pt x="48" y="128"/>
                  </a:lnTo>
                  <a:lnTo>
                    <a:pt x="60" y="130"/>
                  </a:lnTo>
                  <a:lnTo>
                    <a:pt x="76" y="128"/>
                  </a:lnTo>
                  <a:lnTo>
                    <a:pt x="87" y="121"/>
                  </a:lnTo>
                  <a:lnTo>
                    <a:pt x="95" y="111"/>
                  </a:lnTo>
                  <a:lnTo>
                    <a:pt x="100" y="99"/>
                  </a:lnTo>
                  <a:lnTo>
                    <a:pt x="117" y="99"/>
                  </a:lnTo>
                  <a:lnTo>
                    <a:pt x="110" y="117"/>
                  </a:lnTo>
                  <a:lnTo>
                    <a:pt x="98" y="131"/>
                  </a:lnTo>
                  <a:lnTo>
                    <a:pt x="87" y="138"/>
                  </a:lnTo>
                  <a:lnTo>
                    <a:pt x="74" y="142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8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3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2" y="3"/>
                  </a:lnTo>
                  <a:lnTo>
                    <a:pt x="60" y="0"/>
                  </a:lnTo>
                  <a:lnTo>
                    <a:pt x="77" y="3"/>
                  </a:lnTo>
                  <a:lnTo>
                    <a:pt x="91" y="9"/>
                  </a:lnTo>
                  <a:lnTo>
                    <a:pt x="102" y="18"/>
                  </a:lnTo>
                  <a:lnTo>
                    <a:pt x="111" y="32"/>
                  </a:lnTo>
                  <a:lnTo>
                    <a:pt x="117" y="49"/>
                  </a:lnTo>
                  <a:lnTo>
                    <a:pt x="118" y="70"/>
                  </a:lnTo>
                  <a:lnTo>
                    <a:pt x="118" y="75"/>
                  </a:lnTo>
                  <a:lnTo>
                    <a:pt x="17" y="75"/>
                  </a:lnTo>
                  <a:close/>
                  <a:moveTo>
                    <a:pt x="17" y="62"/>
                  </a:moveTo>
                  <a:lnTo>
                    <a:pt x="101" y="62"/>
                  </a:lnTo>
                  <a:lnTo>
                    <a:pt x="98" y="42"/>
                  </a:lnTo>
                  <a:lnTo>
                    <a:pt x="90" y="27"/>
                  </a:lnTo>
                  <a:lnTo>
                    <a:pt x="76" y="17"/>
                  </a:lnTo>
                  <a:lnTo>
                    <a:pt x="60" y="14"/>
                  </a:lnTo>
                  <a:lnTo>
                    <a:pt x="43" y="17"/>
                  </a:lnTo>
                  <a:lnTo>
                    <a:pt x="29" y="27"/>
                  </a:lnTo>
                  <a:lnTo>
                    <a:pt x="19" y="42"/>
                  </a:lnTo>
                  <a:lnTo>
                    <a:pt x="17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8" name="Rectangle 232"/>
            <p:cNvSpPr>
              <a:spLocks noChangeArrowheads="1"/>
            </p:cNvSpPr>
            <p:nvPr/>
          </p:nvSpPr>
          <p:spPr bwMode="auto">
            <a:xfrm>
              <a:off x="2763823" y="1249351"/>
              <a:ext cx="8818" cy="9369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9" name="Rectangle 233"/>
            <p:cNvSpPr>
              <a:spLocks noChangeArrowheads="1"/>
            </p:cNvSpPr>
            <p:nvPr/>
          </p:nvSpPr>
          <p:spPr bwMode="auto">
            <a:xfrm>
              <a:off x="2803504" y="1249351"/>
              <a:ext cx="8818" cy="9369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0" name="Freeform 234"/>
            <p:cNvSpPr>
              <a:spLocks noEditPoints="1"/>
            </p:cNvSpPr>
            <p:nvPr/>
          </p:nvSpPr>
          <p:spPr bwMode="auto">
            <a:xfrm>
              <a:off x="2838776" y="1273400"/>
              <a:ext cx="63930" cy="72147"/>
            </a:xfrm>
            <a:custGeom>
              <a:avLst/>
              <a:gdLst/>
              <a:ahLst/>
              <a:cxnLst>
                <a:cxn ang="0">
                  <a:pos x="15" y="75"/>
                </a:cxn>
                <a:cxn ang="0">
                  <a:pos x="15" y="76"/>
                </a:cxn>
                <a:cxn ang="0">
                  <a:pos x="16" y="92"/>
                </a:cxn>
                <a:cxn ang="0">
                  <a:pos x="21" y="104"/>
                </a:cxn>
                <a:cxn ang="0">
                  <a:pos x="26" y="116"/>
                </a:cxn>
                <a:cxn ang="0">
                  <a:pos x="36" y="124"/>
                </a:cxn>
                <a:cxn ang="0">
                  <a:pos x="46" y="128"/>
                </a:cxn>
                <a:cxn ang="0">
                  <a:pos x="59" y="130"/>
                </a:cxn>
                <a:cxn ang="0">
                  <a:pos x="74" y="128"/>
                </a:cxn>
                <a:cxn ang="0">
                  <a:pos x="85" y="121"/>
                </a:cxn>
                <a:cxn ang="0">
                  <a:pos x="95" y="111"/>
                </a:cxn>
                <a:cxn ang="0">
                  <a:pos x="99" y="99"/>
                </a:cxn>
                <a:cxn ang="0">
                  <a:pos x="115" y="99"/>
                </a:cxn>
                <a:cxn ang="0">
                  <a:pos x="109" y="117"/>
                </a:cxn>
                <a:cxn ang="0">
                  <a:pos x="97" y="131"/>
                </a:cxn>
                <a:cxn ang="0">
                  <a:pos x="80" y="141"/>
                </a:cxn>
                <a:cxn ang="0">
                  <a:pos x="59" y="144"/>
                </a:cxn>
                <a:cxn ang="0">
                  <a:pos x="42" y="142"/>
                </a:cxn>
                <a:cxn ang="0">
                  <a:pos x="26" y="135"/>
                </a:cxn>
                <a:cxn ang="0">
                  <a:pos x="15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3"/>
                </a:cxn>
                <a:cxn ang="0">
                  <a:pos x="1" y="52"/>
                </a:cxn>
                <a:cxn ang="0">
                  <a:pos x="7" y="34"/>
                </a:cxn>
                <a:cxn ang="0">
                  <a:pos x="15" y="20"/>
                </a:cxn>
                <a:cxn ang="0">
                  <a:pos x="26" y="9"/>
                </a:cxn>
                <a:cxn ang="0">
                  <a:pos x="42" y="3"/>
                </a:cxn>
                <a:cxn ang="0">
                  <a:pos x="59" y="0"/>
                </a:cxn>
                <a:cxn ang="0">
                  <a:pos x="76" y="3"/>
                </a:cxn>
                <a:cxn ang="0">
                  <a:pos x="90" y="9"/>
                </a:cxn>
                <a:cxn ang="0">
                  <a:pos x="101" y="18"/>
                </a:cxn>
                <a:cxn ang="0">
                  <a:pos x="109" y="32"/>
                </a:cxn>
                <a:cxn ang="0">
                  <a:pos x="115" y="49"/>
                </a:cxn>
                <a:cxn ang="0">
                  <a:pos x="116" y="70"/>
                </a:cxn>
                <a:cxn ang="0">
                  <a:pos x="116" y="75"/>
                </a:cxn>
                <a:cxn ang="0">
                  <a:pos x="15" y="75"/>
                </a:cxn>
                <a:cxn ang="0">
                  <a:pos x="15" y="62"/>
                </a:cxn>
                <a:cxn ang="0">
                  <a:pos x="101" y="62"/>
                </a:cxn>
                <a:cxn ang="0">
                  <a:pos x="97" y="42"/>
                </a:cxn>
                <a:cxn ang="0">
                  <a:pos x="88" y="27"/>
                </a:cxn>
                <a:cxn ang="0">
                  <a:pos x="76" y="17"/>
                </a:cxn>
                <a:cxn ang="0">
                  <a:pos x="59" y="14"/>
                </a:cxn>
                <a:cxn ang="0">
                  <a:pos x="42" y="17"/>
                </a:cxn>
                <a:cxn ang="0">
                  <a:pos x="28" y="27"/>
                </a:cxn>
                <a:cxn ang="0">
                  <a:pos x="19" y="42"/>
                </a:cxn>
                <a:cxn ang="0">
                  <a:pos x="15" y="62"/>
                </a:cxn>
              </a:cxnLst>
              <a:rect l="0" t="0" r="r" b="b"/>
              <a:pathLst>
                <a:path w="116" h="144">
                  <a:moveTo>
                    <a:pt x="15" y="75"/>
                  </a:moveTo>
                  <a:lnTo>
                    <a:pt x="15" y="76"/>
                  </a:lnTo>
                  <a:lnTo>
                    <a:pt x="16" y="92"/>
                  </a:lnTo>
                  <a:lnTo>
                    <a:pt x="21" y="104"/>
                  </a:lnTo>
                  <a:lnTo>
                    <a:pt x="26" y="116"/>
                  </a:lnTo>
                  <a:lnTo>
                    <a:pt x="36" y="124"/>
                  </a:lnTo>
                  <a:lnTo>
                    <a:pt x="46" y="128"/>
                  </a:lnTo>
                  <a:lnTo>
                    <a:pt x="59" y="130"/>
                  </a:lnTo>
                  <a:lnTo>
                    <a:pt x="74" y="128"/>
                  </a:lnTo>
                  <a:lnTo>
                    <a:pt x="85" y="121"/>
                  </a:lnTo>
                  <a:lnTo>
                    <a:pt x="95" y="111"/>
                  </a:lnTo>
                  <a:lnTo>
                    <a:pt x="99" y="99"/>
                  </a:lnTo>
                  <a:lnTo>
                    <a:pt x="115" y="99"/>
                  </a:lnTo>
                  <a:lnTo>
                    <a:pt x="109" y="117"/>
                  </a:lnTo>
                  <a:lnTo>
                    <a:pt x="97" y="131"/>
                  </a:lnTo>
                  <a:lnTo>
                    <a:pt x="80" y="141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6" y="135"/>
                  </a:lnTo>
                  <a:lnTo>
                    <a:pt x="15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3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5" y="20"/>
                  </a:lnTo>
                  <a:lnTo>
                    <a:pt x="26" y="9"/>
                  </a:lnTo>
                  <a:lnTo>
                    <a:pt x="42" y="3"/>
                  </a:lnTo>
                  <a:lnTo>
                    <a:pt x="59" y="0"/>
                  </a:lnTo>
                  <a:lnTo>
                    <a:pt x="76" y="3"/>
                  </a:lnTo>
                  <a:lnTo>
                    <a:pt x="90" y="9"/>
                  </a:lnTo>
                  <a:lnTo>
                    <a:pt x="101" y="18"/>
                  </a:lnTo>
                  <a:lnTo>
                    <a:pt x="109" y="32"/>
                  </a:lnTo>
                  <a:lnTo>
                    <a:pt x="115" y="49"/>
                  </a:lnTo>
                  <a:lnTo>
                    <a:pt x="116" y="70"/>
                  </a:lnTo>
                  <a:lnTo>
                    <a:pt x="116" y="75"/>
                  </a:lnTo>
                  <a:lnTo>
                    <a:pt x="15" y="75"/>
                  </a:lnTo>
                  <a:close/>
                  <a:moveTo>
                    <a:pt x="15" y="62"/>
                  </a:moveTo>
                  <a:lnTo>
                    <a:pt x="101" y="62"/>
                  </a:lnTo>
                  <a:lnTo>
                    <a:pt x="97" y="42"/>
                  </a:lnTo>
                  <a:lnTo>
                    <a:pt x="88" y="27"/>
                  </a:lnTo>
                  <a:lnTo>
                    <a:pt x="76" y="17"/>
                  </a:lnTo>
                  <a:lnTo>
                    <a:pt x="59" y="14"/>
                  </a:lnTo>
                  <a:lnTo>
                    <a:pt x="42" y="17"/>
                  </a:lnTo>
                  <a:lnTo>
                    <a:pt x="28" y="27"/>
                  </a:lnTo>
                  <a:lnTo>
                    <a:pt x="19" y="42"/>
                  </a:lnTo>
                  <a:lnTo>
                    <a:pt x="15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1" name="Freeform 235"/>
            <p:cNvSpPr>
              <a:spLocks/>
            </p:cNvSpPr>
            <p:nvPr/>
          </p:nvSpPr>
          <p:spPr bwMode="auto">
            <a:xfrm>
              <a:off x="2927507" y="1273400"/>
              <a:ext cx="58970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6" y="4"/>
                </a:cxn>
                <a:cxn ang="0">
                  <a:pos x="16" y="25"/>
                </a:cxn>
                <a:cxn ang="0">
                  <a:pos x="24" y="14"/>
                </a:cxn>
                <a:cxn ang="0">
                  <a:pos x="30" y="10"/>
                </a:cxn>
                <a:cxn ang="0">
                  <a:pos x="47" y="1"/>
                </a:cxn>
                <a:cxn ang="0">
                  <a:pos x="61" y="0"/>
                </a:cxn>
                <a:cxn ang="0">
                  <a:pos x="75" y="1"/>
                </a:cxn>
                <a:cxn ang="0">
                  <a:pos x="86" y="6"/>
                </a:cxn>
                <a:cxn ang="0">
                  <a:pos x="95" y="11"/>
                </a:cxn>
                <a:cxn ang="0">
                  <a:pos x="99" y="16"/>
                </a:cxn>
                <a:cxn ang="0">
                  <a:pos x="102" y="20"/>
                </a:cxn>
                <a:cxn ang="0">
                  <a:pos x="105" y="23"/>
                </a:cxn>
                <a:cxn ang="0">
                  <a:pos x="106" y="27"/>
                </a:cxn>
                <a:cxn ang="0">
                  <a:pos x="106" y="31"/>
                </a:cxn>
                <a:cxn ang="0">
                  <a:pos x="107" y="41"/>
                </a:cxn>
                <a:cxn ang="0">
                  <a:pos x="107" y="139"/>
                </a:cxn>
                <a:cxn ang="0">
                  <a:pos x="90" y="139"/>
                </a:cxn>
                <a:cxn ang="0">
                  <a:pos x="90" y="42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74" y="18"/>
                </a:cxn>
                <a:cxn ang="0">
                  <a:pos x="58" y="16"/>
                </a:cxn>
                <a:cxn ang="0">
                  <a:pos x="41" y="18"/>
                </a:cxn>
                <a:cxn ang="0">
                  <a:pos x="27" y="27"/>
                </a:cxn>
                <a:cxn ang="0">
                  <a:pos x="20" y="41"/>
                </a:cxn>
                <a:cxn ang="0">
                  <a:pos x="17" y="59"/>
                </a:cxn>
                <a:cxn ang="0">
                  <a:pos x="17" y="139"/>
                </a:cxn>
                <a:cxn ang="0">
                  <a:pos x="0" y="139"/>
                </a:cxn>
              </a:cxnLst>
              <a:rect l="0" t="0" r="r" b="b"/>
              <a:pathLst>
                <a:path w="107" h="139">
                  <a:moveTo>
                    <a:pt x="0" y="139"/>
                  </a:moveTo>
                  <a:lnTo>
                    <a:pt x="0" y="4"/>
                  </a:lnTo>
                  <a:lnTo>
                    <a:pt x="16" y="4"/>
                  </a:lnTo>
                  <a:lnTo>
                    <a:pt x="16" y="25"/>
                  </a:lnTo>
                  <a:lnTo>
                    <a:pt x="24" y="14"/>
                  </a:lnTo>
                  <a:lnTo>
                    <a:pt x="30" y="10"/>
                  </a:lnTo>
                  <a:lnTo>
                    <a:pt x="47" y="1"/>
                  </a:lnTo>
                  <a:lnTo>
                    <a:pt x="61" y="0"/>
                  </a:lnTo>
                  <a:lnTo>
                    <a:pt x="75" y="1"/>
                  </a:lnTo>
                  <a:lnTo>
                    <a:pt x="86" y="6"/>
                  </a:lnTo>
                  <a:lnTo>
                    <a:pt x="95" y="11"/>
                  </a:lnTo>
                  <a:lnTo>
                    <a:pt x="99" y="16"/>
                  </a:lnTo>
                  <a:lnTo>
                    <a:pt x="102" y="20"/>
                  </a:lnTo>
                  <a:lnTo>
                    <a:pt x="105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7" y="41"/>
                  </a:lnTo>
                  <a:lnTo>
                    <a:pt x="107" y="139"/>
                  </a:lnTo>
                  <a:lnTo>
                    <a:pt x="90" y="139"/>
                  </a:lnTo>
                  <a:lnTo>
                    <a:pt x="90" y="42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74" y="18"/>
                  </a:lnTo>
                  <a:lnTo>
                    <a:pt x="58" y="16"/>
                  </a:lnTo>
                  <a:lnTo>
                    <a:pt x="41" y="18"/>
                  </a:lnTo>
                  <a:lnTo>
                    <a:pt x="27" y="27"/>
                  </a:lnTo>
                  <a:lnTo>
                    <a:pt x="20" y="41"/>
                  </a:lnTo>
                  <a:lnTo>
                    <a:pt x="17" y="59"/>
                  </a:lnTo>
                  <a:lnTo>
                    <a:pt x="17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2" name="Freeform 236"/>
            <p:cNvSpPr>
              <a:spLocks/>
            </p:cNvSpPr>
            <p:nvPr/>
          </p:nvSpPr>
          <p:spPr bwMode="auto">
            <a:xfrm>
              <a:off x="3011278" y="1273400"/>
              <a:ext cx="63930" cy="72147"/>
            </a:xfrm>
            <a:custGeom>
              <a:avLst/>
              <a:gdLst/>
              <a:ahLst/>
              <a:cxnLst>
                <a:cxn ang="0">
                  <a:pos x="100" y="93"/>
                </a:cxn>
                <a:cxn ang="0">
                  <a:pos x="116" y="93"/>
                </a:cxn>
                <a:cxn ang="0">
                  <a:pos x="113" y="107"/>
                </a:cxn>
                <a:cxn ang="0">
                  <a:pos x="107" y="120"/>
                </a:cxn>
                <a:cxn ang="0">
                  <a:pos x="99" y="130"/>
                </a:cxn>
                <a:cxn ang="0">
                  <a:pos x="88" y="138"/>
                </a:cxn>
                <a:cxn ang="0">
                  <a:pos x="75" y="142"/>
                </a:cxn>
                <a:cxn ang="0">
                  <a:pos x="59" y="144"/>
                </a:cxn>
                <a:cxn ang="0">
                  <a:pos x="43" y="141"/>
                </a:cxn>
                <a:cxn ang="0">
                  <a:pos x="29" y="135"/>
                </a:cxn>
                <a:cxn ang="0">
                  <a:pos x="16" y="124"/>
                </a:cxn>
                <a:cxn ang="0">
                  <a:pos x="7" y="110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9" y="9"/>
                </a:cxn>
                <a:cxn ang="0">
                  <a:pos x="44" y="3"/>
                </a:cxn>
                <a:cxn ang="0">
                  <a:pos x="61" y="0"/>
                </a:cxn>
                <a:cxn ang="0">
                  <a:pos x="75" y="1"/>
                </a:cxn>
                <a:cxn ang="0">
                  <a:pos x="88" y="6"/>
                </a:cxn>
                <a:cxn ang="0">
                  <a:pos x="99" y="14"/>
                </a:cxn>
                <a:cxn ang="0">
                  <a:pos x="107" y="24"/>
                </a:cxn>
                <a:cxn ang="0">
                  <a:pos x="113" y="35"/>
                </a:cxn>
                <a:cxn ang="0">
                  <a:pos x="114" y="48"/>
                </a:cxn>
                <a:cxn ang="0">
                  <a:pos x="99" y="48"/>
                </a:cxn>
                <a:cxn ang="0">
                  <a:pos x="97" y="38"/>
                </a:cxn>
                <a:cxn ang="0">
                  <a:pos x="93" y="31"/>
                </a:cxn>
                <a:cxn ang="0">
                  <a:pos x="86" y="24"/>
                </a:cxn>
                <a:cxn ang="0">
                  <a:pos x="79" y="18"/>
                </a:cxn>
                <a:cxn ang="0">
                  <a:pos x="71" y="16"/>
                </a:cxn>
                <a:cxn ang="0">
                  <a:pos x="61" y="14"/>
                </a:cxn>
                <a:cxn ang="0">
                  <a:pos x="48" y="16"/>
                </a:cxn>
                <a:cxn ang="0">
                  <a:pos x="37" y="21"/>
                </a:cxn>
                <a:cxn ang="0">
                  <a:pos x="29" y="30"/>
                </a:cxn>
                <a:cxn ang="0">
                  <a:pos x="21" y="41"/>
                </a:cxn>
                <a:cxn ang="0">
                  <a:pos x="19" y="55"/>
                </a:cxn>
                <a:cxn ang="0">
                  <a:pos x="17" y="72"/>
                </a:cxn>
                <a:cxn ang="0">
                  <a:pos x="19" y="89"/>
                </a:cxn>
                <a:cxn ang="0">
                  <a:pos x="21" y="103"/>
                </a:cxn>
                <a:cxn ang="0">
                  <a:pos x="29" y="114"/>
                </a:cxn>
                <a:cxn ang="0">
                  <a:pos x="38" y="123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6" y="127"/>
                </a:cxn>
                <a:cxn ang="0">
                  <a:pos x="88" y="120"/>
                </a:cxn>
                <a:cxn ang="0">
                  <a:pos x="96" y="108"/>
                </a:cxn>
                <a:cxn ang="0">
                  <a:pos x="100" y="93"/>
                </a:cxn>
              </a:cxnLst>
              <a:rect l="0" t="0" r="r" b="b"/>
              <a:pathLst>
                <a:path w="116" h="144">
                  <a:moveTo>
                    <a:pt x="100" y="93"/>
                  </a:moveTo>
                  <a:lnTo>
                    <a:pt x="116" y="93"/>
                  </a:lnTo>
                  <a:lnTo>
                    <a:pt x="113" y="107"/>
                  </a:lnTo>
                  <a:lnTo>
                    <a:pt x="107" y="120"/>
                  </a:lnTo>
                  <a:lnTo>
                    <a:pt x="99" y="130"/>
                  </a:lnTo>
                  <a:lnTo>
                    <a:pt x="88" y="138"/>
                  </a:lnTo>
                  <a:lnTo>
                    <a:pt x="75" y="142"/>
                  </a:lnTo>
                  <a:lnTo>
                    <a:pt x="59" y="144"/>
                  </a:lnTo>
                  <a:lnTo>
                    <a:pt x="43" y="141"/>
                  </a:lnTo>
                  <a:lnTo>
                    <a:pt x="29" y="135"/>
                  </a:lnTo>
                  <a:lnTo>
                    <a:pt x="16" y="124"/>
                  </a:lnTo>
                  <a:lnTo>
                    <a:pt x="7" y="110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9" y="9"/>
                  </a:lnTo>
                  <a:lnTo>
                    <a:pt x="44" y="3"/>
                  </a:lnTo>
                  <a:lnTo>
                    <a:pt x="61" y="0"/>
                  </a:lnTo>
                  <a:lnTo>
                    <a:pt x="75" y="1"/>
                  </a:lnTo>
                  <a:lnTo>
                    <a:pt x="88" y="6"/>
                  </a:lnTo>
                  <a:lnTo>
                    <a:pt x="99" y="14"/>
                  </a:lnTo>
                  <a:lnTo>
                    <a:pt x="107" y="24"/>
                  </a:lnTo>
                  <a:lnTo>
                    <a:pt x="113" y="35"/>
                  </a:lnTo>
                  <a:lnTo>
                    <a:pt x="114" y="48"/>
                  </a:lnTo>
                  <a:lnTo>
                    <a:pt x="99" y="48"/>
                  </a:lnTo>
                  <a:lnTo>
                    <a:pt x="97" y="38"/>
                  </a:lnTo>
                  <a:lnTo>
                    <a:pt x="93" y="31"/>
                  </a:lnTo>
                  <a:lnTo>
                    <a:pt x="86" y="24"/>
                  </a:lnTo>
                  <a:lnTo>
                    <a:pt x="79" y="18"/>
                  </a:lnTo>
                  <a:lnTo>
                    <a:pt x="71" y="16"/>
                  </a:lnTo>
                  <a:lnTo>
                    <a:pt x="61" y="14"/>
                  </a:lnTo>
                  <a:lnTo>
                    <a:pt x="48" y="16"/>
                  </a:lnTo>
                  <a:lnTo>
                    <a:pt x="37" y="21"/>
                  </a:lnTo>
                  <a:lnTo>
                    <a:pt x="29" y="30"/>
                  </a:lnTo>
                  <a:lnTo>
                    <a:pt x="21" y="41"/>
                  </a:lnTo>
                  <a:lnTo>
                    <a:pt x="19" y="55"/>
                  </a:lnTo>
                  <a:lnTo>
                    <a:pt x="17" y="72"/>
                  </a:lnTo>
                  <a:lnTo>
                    <a:pt x="19" y="89"/>
                  </a:lnTo>
                  <a:lnTo>
                    <a:pt x="21" y="103"/>
                  </a:lnTo>
                  <a:lnTo>
                    <a:pt x="29" y="114"/>
                  </a:lnTo>
                  <a:lnTo>
                    <a:pt x="38" y="123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6" y="127"/>
                  </a:lnTo>
                  <a:lnTo>
                    <a:pt x="88" y="120"/>
                  </a:lnTo>
                  <a:lnTo>
                    <a:pt x="96" y="108"/>
                  </a:lnTo>
                  <a:lnTo>
                    <a:pt x="100" y="9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3" name="Freeform 237"/>
            <p:cNvSpPr>
              <a:spLocks noEditPoints="1"/>
            </p:cNvSpPr>
            <p:nvPr/>
          </p:nvSpPr>
          <p:spPr bwMode="auto">
            <a:xfrm>
              <a:off x="3095049" y="1273400"/>
              <a:ext cx="65584" cy="72147"/>
            </a:xfrm>
            <a:custGeom>
              <a:avLst/>
              <a:gdLst/>
              <a:ahLst/>
              <a:cxnLst>
                <a:cxn ang="0">
                  <a:pos x="17" y="75"/>
                </a:cxn>
                <a:cxn ang="0">
                  <a:pos x="17" y="76"/>
                </a:cxn>
                <a:cxn ang="0">
                  <a:pos x="19" y="92"/>
                </a:cxn>
                <a:cxn ang="0">
                  <a:pos x="23" y="104"/>
                </a:cxn>
                <a:cxn ang="0">
                  <a:pos x="28" y="116"/>
                </a:cxn>
                <a:cxn ang="0">
                  <a:pos x="38" y="124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6" y="128"/>
                </a:cxn>
                <a:cxn ang="0">
                  <a:pos x="88" y="121"/>
                </a:cxn>
                <a:cxn ang="0">
                  <a:pos x="96" y="111"/>
                </a:cxn>
                <a:cxn ang="0">
                  <a:pos x="100" y="99"/>
                </a:cxn>
                <a:cxn ang="0">
                  <a:pos x="117" y="99"/>
                </a:cxn>
                <a:cxn ang="0">
                  <a:pos x="110" y="117"/>
                </a:cxn>
                <a:cxn ang="0">
                  <a:pos x="99" y="131"/>
                </a:cxn>
                <a:cxn ang="0">
                  <a:pos x="88" y="138"/>
                </a:cxn>
                <a:cxn ang="0">
                  <a:pos x="75" y="142"/>
                </a:cxn>
                <a:cxn ang="0">
                  <a:pos x="59" y="144"/>
                </a:cxn>
                <a:cxn ang="0">
                  <a:pos x="43" y="142"/>
                </a:cxn>
                <a:cxn ang="0">
                  <a:pos x="28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4" y="3"/>
                </a:cxn>
                <a:cxn ang="0">
                  <a:pos x="61" y="0"/>
                </a:cxn>
                <a:cxn ang="0">
                  <a:pos x="78" y="3"/>
                </a:cxn>
                <a:cxn ang="0">
                  <a:pos x="92" y="9"/>
                </a:cxn>
                <a:cxn ang="0">
                  <a:pos x="103" y="18"/>
                </a:cxn>
                <a:cxn ang="0">
                  <a:pos x="112" y="32"/>
                </a:cxn>
                <a:cxn ang="0">
                  <a:pos x="117" y="49"/>
                </a:cxn>
                <a:cxn ang="0">
                  <a:pos x="119" y="70"/>
                </a:cxn>
                <a:cxn ang="0">
                  <a:pos x="119" y="75"/>
                </a:cxn>
                <a:cxn ang="0">
                  <a:pos x="17" y="75"/>
                </a:cxn>
                <a:cxn ang="0">
                  <a:pos x="17" y="62"/>
                </a:cxn>
                <a:cxn ang="0">
                  <a:pos x="102" y="62"/>
                </a:cxn>
                <a:cxn ang="0">
                  <a:pos x="99" y="42"/>
                </a:cxn>
                <a:cxn ang="0">
                  <a:pos x="90" y="27"/>
                </a:cxn>
                <a:cxn ang="0">
                  <a:pos x="76" y="17"/>
                </a:cxn>
                <a:cxn ang="0">
                  <a:pos x="61" y="14"/>
                </a:cxn>
                <a:cxn ang="0">
                  <a:pos x="44" y="17"/>
                </a:cxn>
                <a:cxn ang="0">
                  <a:pos x="30" y="27"/>
                </a:cxn>
                <a:cxn ang="0">
                  <a:pos x="21" y="42"/>
                </a:cxn>
                <a:cxn ang="0">
                  <a:pos x="17" y="62"/>
                </a:cxn>
              </a:cxnLst>
              <a:rect l="0" t="0" r="r" b="b"/>
              <a:pathLst>
                <a:path w="119" h="144">
                  <a:moveTo>
                    <a:pt x="17" y="75"/>
                  </a:moveTo>
                  <a:lnTo>
                    <a:pt x="17" y="76"/>
                  </a:lnTo>
                  <a:lnTo>
                    <a:pt x="19" y="92"/>
                  </a:lnTo>
                  <a:lnTo>
                    <a:pt x="23" y="104"/>
                  </a:lnTo>
                  <a:lnTo>
                    <a:pt x="28" y="116"/>
                  </a:lnTo>
                  <a:lnTo>
                    <a:pt x="38" y="124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6" y="128"/>
                  </a:lnTo>
                  <a:lnTo>
                    <a:pt x="88" y="121"/>
                  </a:lnTo>
                  <a:lnTo>
                    <a:pt x="96" y="111"/>
                  </a:lnTo>
                  <a:lnTo>
                    <a:pt x="100" y="99"/>
                  </a:lnTo>
                  <a:lnTo>
                    <a:pt x="117" y="99"/>
                  </a:lnTo>
                  <a:lnTo>
                    <a:pt x="110" y="117"/>
                  </a:lnTo>
                  <a:lnTo>
                    <a:pt x="99" y="131"/>
                  </a:lnTo>
                  <a:lnTo>
                    <a:pt x="88" y="138"/>
                  </a:lnTo>
                  <a:lnTo>
                    <a:pt x="75" y="142"/>
                  </a:lnTo>
                  <a:lnTo>
                    <a:pt x="59" y="144"/>
                  </a:lnTo>
                  <a:lnTo>
                    <a:pt x="43" y="142"/>
                  </a:lnTo>
                  <a:lnTo>
                    <a:pt x="28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4" y="3"/>
                  </a:lnTo>
                  <a:lnTo>
                    <a:pt x="61" y="0"/>
                  </a:lnTo>
                  <a:lnTo>
                    <a:pt x="78" y="3"/>
                  </a:lnTo>
                  <a:lnTo>
                    <a:pt x="92" y="9"/>
                  </a:lnTo>
                  <a:lnTo>
                    <a:pt x="103" y="18"/>
                  </a:lnTo>
                  <a:lnTo>
                    <a:pt x="112" y="32"/>
                  </a:lnTo>
                  <a:lnTo>
                    <a:pt x="117" y="49"/>
                  </a:lnTo>
                  <a:lnTo>
                    <a:pt x="119" y="70"/>
                  </a:lnTo>
                  <a:lnTo>
                    <a:pt x="119" y="75"/>
                  </a:lnTo>
                  <a:lnTo>
                    <a:pt x="17" y="75"/>
                  </a:lnTo>
                  <a:close/>
                  <a:moveTo>
                    <a:pt x="17" y="62"/>
                  </a:moveTo>
                  <a:lnTo>
                    <a:pt x="102" y="62"/>
                  </a:lnTo>
                  <a:lnTo>
                    <a:pt x="99" y="42"/>
                  </a:lnTo>
                  <a:lnTo>
                    <a:pt x="90" y="27"/>
                  </a:lnTo>
                  <a:lnTo>
                    <a:pt x="76" y="17"/>
                  </a:lnTo>
                  <a:lnTo>
                    <a:pt x="61" y="14"/>
                  </a:lnTo>
                  <a:lnTo>
                    <a:pt x="44" y="17"/>
                  </a:lnTo>
                  <a:lnTo>
                    <a:pt x="30" y="27"/>
                  </a:lnTo>
                  <a:lnTo>
                    <a:pt x="21" y="42"/>
                  </a:lnTo>
                  <a:lnTo>
                    <a:pt x="17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</p:grpSp>
      <p:sp>
        <p:nvSpPr>
          <p:cNvPr id="5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51BC-1554-4FCA-A23B-53A22011E52D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5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0933" y="368635"/>
            <a:ext cx="1573542" cy="6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34045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3" y="1169997"/>
            <a:ext cx="5404289" cy="2706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 cap="all" baseline="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8"/>
          </p:nvPr>
        </p:nvSpPr>
        <p:spPr>
          <a:xfrm>
            <a:off x="325769" y="1440631"/>
            <a:ext cx="5391863" cy="1281276"/>
          </a:xfrm>
        </p:spPr>
        <p:txBody>
          <a:bodyPr>
            <a:noAutofit/>
          </a:bodyPr>
          <a:lstStyle>
            <a:lvl1pPr marL="285750" indent="-285750">
              <a:lnSpc>
                <a:spcPct val="80000"/>
              </a:lnSpc>
              <a:spcBef>
                <a:spcPts val="300"/>
              </a:spcBef>
              <a:buFont typeface="Arial" pitchFamily="34" charset="0"/>
              <a:buChar char="•"/>
              <a:defRPr sz="1400"/>
            </a:lvl1pPr>
            <a:lvl2pPr marL="342900" indent="0">
              <a:buNone/>
              <a:defRPr sz="1400"/>
            </a:lvl2pPr>
            <a:lvl3pPr marL="628650" indent="0">
              <a:buNone/>
              <a:defRPr sz="1400"/>
            </a:lvl3pPr>
            <a:lvl4pPr marL="800100" indent="0">
              <a:buNone/>
              <a:defRPr sz="1400"/>
            </a:lvl4pPr>
            <a:lvl5pPr marL="1028700" indent="0">
              <a:buNone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sz="half" idx="19"/>
          </p:nvPr>
        </p:nvSpPr>
        <p:spPr>
          <a:xfrm>
            <a:off x="323853" y="3000708"/>
            <a:ext cx="5404289" cy="270641"/>
          </a:xfrm>
        </p:spPr>
        <p:txBody>
          <a:bodyPr>
            <a:normAutofit/>
          </a:bodyPr>
          <a:lstStyle>
            <a:lvl1pPr marL="0" indent="0">
              <a:buNone/>
              <a:defRPr sz="1100" b="1" cap="all" baseline="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22" name="Content Placeholder 19"/>
          <p:cNvSpPr>
            <a:spLocks noGrp="1"/>
          </p:cNvSpPr>
          <p:nvPr>
            <p:ph sz="quarter" idx="20"/>
          </p:nvPr>
        </p:nvSpPr>
        <p:spPr>
          <a:xfrm>
            <a:off x="325769" y="3271343"/>
            <a:ext cx="5391863" cy="1281276"/>
          </a:xfrm>
        </p:spPr>
        <p:txBody>
          <a:bodyPr>
            <a:noAutofit/>
          </a:bodyPr>
          <a:lstStyle>
            <a:lvl1pPr marL="285750" indent="-285750">
              <a:lnSpc>
                <a:spcPct val="80000"/>
              </a:lnSpc>
              <a:spcBef>
                <a:spcPts val="300"/>
              </a:spcBef>
              <a:buFont typeface="Arial" pitchFamily="34" charset="0"/>
              <a:buChar char="•"/>
              <a:defRPr sz="1400"/>
            </a:lvl1pPr>
            <a:lvl2pPr marL="342900" indent="0">
              <a:buNone/>
              <a:defRPr sz="1400"/>
            </a:lvl2pPr>
            <a:lvl3pPr marL="628650" indent="0">
              <a:buNone/>
              <a:defRPr sz="1400"/>
            </a:lvl3pPr>
            <a:lvl4pPr marL="800100" indent="0">
              <a:buNone/>
              <a:defRPr sz="1400"/>
            </a:lvl4pPr>
            <a:lvl5pPr marL="1028700" indent="0">
              <a:buNone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sz="half" idx="21"/>
          </p:nvPr>
        </p:nvSpPr>
        <p:spPr>
          <a:xfrm>
            <a:off x="304804" y="4805857"/>
            <a:ext cx="5404289" cy="270641"/>
          </a:xfrm>
        </p:spPr>
        <p:txBody>
          <a:bodyPr>
            <a:normAutofit/>
          </a:bodyPr>
          <a:lstStyle>
            <a:lvl1pPr marL="0" indent="0">
              <a:buNone/>
              <a:defRPr sz="1100" b="1" cap="all" baseline="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26" name="Content Placeholder 19"/>
          <p:cNvSpPr>
            <a:spLocks noGrp="1"/>
          </p:cNvSpPr>
          <p:nvPr>
            <p:ph sz="quarter" idx="22"/>
          </p:nvPr>
        </p:nvSpPr>
        <p:spPr>
          <a:xfrm>
            <a:off x="306720" y="5076491"/>
            <a:ext cx="5391863" cy="1281276"/>
          </a:xfrm>
        </p:spPr>
        <p:txBody>
          <a:bodyPr>
            <a:noAutofit/>
          </a:bodyPr>
          <a:lstStyle>
            <a:lvl1pPr marL="285750" indent="-285750">
              <a:lnSpc>
                <a:spcPct val="80000"/>
              </a:lnSpc>
              <a:spcBef>
                <a:spcPts val="300"/>
              </a:spcBef>
              <a:buFont typeface="Arial" pitchFamily="34" charset="0"/>
              <a:buChar char="•"/>
              <a:defRPr sz="1400"/>
            </a:lvl1pPr>
            <a:lvl2pPr marL="342900" indent="0">
              <a:buNone/>
              <a:defRPr sz="1400"/>
            </a:lvl2pPr>
            <a:lvl3pPr marL="628650" indent="0">
              <a:buNone/>
              <a:defRPr sz="1400"/>
            </a:lvl3pPr>
            <a:lvl4pPr marL="800100" indent="0">
              <a:buNone/>
              <a:defRPr sz="1400"/>
            </a:lvl4pPr>
            <a:lvl5pPr marL="1028700" indent="0">
              <a:buNone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27" name="Content Placeholder 19"/>
          <p:cNvSpPr>
            <a:spLocks noGrp="1"/>
          </p:cNvSpPr>
          <p:nvPr>
            <p:ph sz="quarter" idx="23" hasCustomPrompt="1"/>
          </p:nvPr>
        </p:nvSpPr>
        <p:spPr>
          <a:xfrm>
            <a:off x="5894304" y="1147483"/>
            <a:ext cx="2989729" cy="5226424"/>
          </a:xfrm>
        </p:spPr>
        <p:txBody>
          <a:bodyPr>
            <a:noAutofit/>
          </a:bodyPr>
          <a:lstStyle>
            <a:lvl1pPr marL="231775" indent="-231775">
              <a:lnSpc>
                <a:spcPct val="80000"/>
              </a:lnSpc>
              <a:spcBef>
                <a:spcPts val="300"/>
              </a:spcBef>
              <a:buFont typeface="Arial" pitchFamily="34" charset="0"/>
              <a:buChar char="›"/>
              <a:defRPr sz="1400"/>
            </a:lvl1pPr>
            <a:lvl2pPr marL="342900" indent="0">
              <a:buNone/>
              <a:defRPr sz="1400"/>
            </a:lvl2pPr>
            <a:lvl3pPr marL="628650" indent="0">
              <a:buNone/>
              <a:defRPr sz="1400"/>
            </a:lvl3pPr>
            <a:lvl4pPr marL="800100" indent="0">
              <a:buNone/>
              <a:defRPr sz="1400"/>
            </a:lvl4pPr>
            <a:lvl5pPr marL="1028700" indent="0">
              <a:buNone/>
              <a:defRPr sz="1400"/>
            </a:lvl5pPr>
          </a:lstStyle>
          <a:p>
            <a:pPr lvl="0"/>
            <a:r>
              <a:rPr lang="en-US" dirty="0" smtClean="0"/>
              <a:t>Click to edit Master text styles </a:t>
            </a:r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3ACEC04-83E3-4DEB-B3B8-DE82FA4991F8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27922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850" y="1169988"/>
            <a:ext cx="4173539" cy="1004888"/>
          </a:xfrm>
        </p:spPr>
        <p:txBody>
          <a:bodyPr tIns="0" rIns="0" bIns="0"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850" y="2174875"/>
            <a:ext cx="417353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169988"/>
            <a:ext cx="4225702" cy="1004888"/>
          </a:xfrm>
        </p:spPr>
        <p:txBody>
          <a:bodyPr tIns="0" rIns="0" bIns="0"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22570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6C5B234-95EA-4979-973B-CEF78A4AE7D2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406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850" y="1171575"/>
            <a:ext cx="4173539" cy="495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171575"/>
            <a:ext cx="4225702" cy="495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52A34-0479-4A46-B10C-235E440D2B4B}" type="datetime3">
              <a:rPr lang="en-US" smtClean="0"/>
              <a:pPr/>
              <a:t>1 December 2014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06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274637"/>
            <a:ext cx="8534400" cy="715963"/>
          </a:xfrm>
        </p:spPr>
        <p:txBody>
          <a:bodyPr anchor="t" anchorCtr="0">
            <a:normAutofit/>
          </a:bodyPr>
          <a:lstStyle>
            <a:lvl1pPr>
              <a:defRPr sz="2800" spc="-1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52D8-F767-4BD7-9E8C-64F11972084E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55727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32AF-F4C1-45D7-BA71-FA7BC4A7A656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2749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1" y="273050"/>
            <a:ext cx="3141665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73081"/>
            <a:ext cx="529568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851" y="1435104"/>
            <a:ext cx="314166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FA79-08B9-4E76-9443-80EE515DAE06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99867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3E9-315B-4F4C-8C3B-B9832912498C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46610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738505" y="6381920"/>
            <a:ext cx="16669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dirty="0" smtClean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www.hindujatech.com</a:t>
            </a:r>
            <a:endParaRPr lang="en-US" sz="1200" dirty="0">
              <a:solidFill>
                <a:srgbClr val="3366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3001" y="3612412"/>
            <a:ext cx="6858000" cy="736600"/>
          </a:xfrm>
        </p:spPr>
        <p:txBody>
          <a:bodyPr anchor="ctr">
            <a:normAutofit/>
          </a:bodyPr>
          <a:lstStyle>
            <a:lvl1pPr algn="ctr">
              <a:defRPr sz="2400" cap="none" baseline="0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03331" y="1869860"/>
            <a:ext cx="1937338" cy="834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274929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042" y="3156193"/>
            <a:ext cx="8623731" cy="606512"/>
          </a:xfrm>
        </p:spPr>
        <p:txBody>
          <a:bodyPr tIns="0" bIns="0" anchor="t">
            <a:normAutofit/>
          </a:bodyPr>
          <a:lstStyle>
            <a:lvl1pPr algn="l">
              <a:defRPr sz="3200" b="1" cap="none" baseline="0"/>
            </a:lvl1pPr>
          </a:lstStyle>
          <a:p>
            <a:r>
              <a:rPr lang="en-US" dirty="0" smtClean="0"/>
              <a:t>Thank you!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 rot="5400000">
            <a:off x="2682683" y="737316"/>
            <a:ext cx="1371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3521265" y="521605"/>
            <a:ext cx="5596993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spc="-7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Defiance Technologies Limited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A Hinduja Group Company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91029" y="369226"/>
            <a:ext cx="2209372" cy="803551"/>
            <a:chOff x="610027" y="415649"/>
            <a:chExt cx="2552810" cy="955951"/>
          </a:xfrm>
        </p:grpSpPr>
        <p:sp>
          <p:nvSpPr>
            <p:cNvPr id="12" name="Freeform 196"/>
            <p:cNvSpPr>
              <a:spLocks/>
            </p:cNvSpPr>
            <p:nvPr/>
          </p:nvSpPr>
          <p:spPr bwMode="auto">
            <a:xfrm>
              <a:off x="1427896" y="562449"/>
              <a:ext cx="702684" cy="176360"/>
            </a:xfrm>
            <a:custGeom>
              <a:avLst/>
              <a:gdLst/>
              <a:ahLst/>
              <a:cxnLst>
                <a:cxn ang="0">
                  <a:pos x="171" y="204"/>
                </a:cxn>
                <a:cxn ang="0">
                  <a:pos x="177" y="181"/>
                </a:cxn>
                <a:cxn ang="0">
                  <a:pos x="191" y="160"/>
                </a:cxn>
                <a:cxn ang="0">
                  <a:pos x="215" y="141"/>
                </a:cxn>
                <a:cxn ang="0">
                  <a:pos x="247" y="121"/>
                </a:cxn>
                <a:cxn ang="0">
                  <a:pos x="288" y="103"/>
                </a:cxn>
                <a:cxn ang="0">
                  <a:pos x="337" y="86"/>
                </a:cxn>
                <a:cxn ang="0">
                  <a:pos x="392" y="70"/>
                </a:cxn>
                <a:cxn ang="0">
                  <a:pos x="454" y="56"/>
                </a:cxn>
                <a:cxn ang="0">
                  <a:pos x="520" y="45"/>
                </a:cxn>
                <a:cxn ang="0">
                  <a:pos x="593" y="35"/>
                </a:cxn>
                <a:cxn ang="0">
                  <a:pos x="671" y="26"/>
                </a:cxn>
                <a:cxn ang="0">
                  <a:pos x="751" y="21"/>
                </a:cxn>
                <a:cxn ang="0">
                  <a:pos x="837" y="17"/>
                </a:cxn>
                <a:cxn ang="0">
                  <a:pos x="924" y="15"/>
                </a:cxn>
                <a:cxn ang="0">
                  <a:pos x="999" y="17"/>
                </a:cxn>
                <a:cxn ang="0">
                  <a:pos x="1071" y="19"/>
                </a:cxn>
                <a:cxn ang="0">
                  <a:pos x="1175" y="21"/>
                </a:cxn>
                <a:cxn ang="0">
                  <a:pos x="1275" y="28"/>
                </a:cxn>
                <a:cxn ang="0">
                  <a:pos x="1196" y="18"/>
                </a:cxn>
                <a:cxn ang="0">
                  <a:pos x="1111" y="10"/>
                </a:cxn>
                <a:cxn ang="0">
                  <a:pos x="1024" y="4"/>
                </a:cxn>
                <a:cxn ang="0">
                  <a:pos x="931" y="1"/>
                </a:cxn>
                <a:cxn ang="0">
                  <a:pos x="837" y="0"/>
                </a:cxn>
                <a:cxn ang="0">
                  <a:pos x="745" y="1"/>
                </a:cxn>
                <a:cxn ang="0">
                  <a:pos x="658" y="4"/>
                </a:cxn>
                <a:cxn ang="0">
                  <a:pos x="572" y="10"/>
                </a:cxn>
                <a:cxn ang="0">
                  <a:pos x="492" y="17"/>
                </a:cxn>
                <a:cxn ang="0">
                  <a:pos x="415" y="25"/>
                </a:cxn>
                <a:cxn ang="0">
                  <a:pos x="343" y="35"/>
                </a:cxn>
                <a:cxn ang="0">
                  <a:pos x="277" y="48"/>
                </a:cxn>
                <a:cxn ang="0">
                  <a:pos x="216" y="62"/>
                </a:cxn>
                <a:cxn ang="0">
                  <a:pos x="161" y="76"/>
                </a:cxn>
                <a:cxn ang="0">
                  <a:pos x="114" y="91"/>
                </a:cxn>
                <a:cxn ang="0">
                  <a:pos x="74" y="108"/>
                </a:cxn>
                <a:cxn ang="0">
                  <a:pos x="42" y="126"/>
                </a:cxn>
                <a:cxn ang="0">
                  <a:pos x="19" y="146"/>
                </a:cxn>
                <a:cxn ang="0">
                  <a:pos x="4" y="166"/>
                </a:cxn>
                <a:cxn ang="0">
                  <a:pos x="0" y="186"/>
                </a:cxn>
                <a:cxn ang="0">
                  <a:pos x="4" y="205"/>
                </a:cxn>
                <a:cxn ang="0">
                  <a:pos x="18" y="224"/>
                </a:cxn>
                <a:cxn ang="0">
                  <a:pos x="39" y="242"/>
                </a:cxn>
                <a:cxn ang="0">
                  <a:pos x="69" y="260"/>
                </a:cxn>
                <a:cxn ang="0">
                  <a:pos x="107" y="277"/>
                </a:cxn>
                <a:cxn ang="0">
                  <a:pos x="150" y="293"/>
                </a:cxn>
                <a:cxn ang="0">
                  <a:pos x="201" y="307"/>
                </a:cxn>
                <a:cxn ang="0">
                  <a:pos x="257" y="319"/>
                </a:cxn>
                <a:cxn ang="0">
                  <a:pos x="319" y="332"/>
                </a:cxn>
                <a:cxn ang="0">
                  <a:pos x="387" y="342"/>
                </a:cxn>
                <a:cxn ang="0">
                  <a:pos x="458" y="352"/>
                </a:cxn>
                <a:cxn ang="0">
                  <a:pos x="396" y="338"/>
                </a:cxn>
                <a:cxn ang="0">
                  <a:pos x="340" y="324"/>
                </a:cxn>
                <a:cxn ang="0">
                  <a:pos x="291" y="307"/>
                </a:cxn>
                <a:cxn ang="0">
                  <a:pos x="249" y="288"/>
                </a:cxn>
                <a:cxn ang="0">
                  <a:pos x="216" y="269"/>
                </a:cxn>
                <a:cxn ang="0">
                  <a:pos x="191" y="248"/>
                </a:cxn>
                <a:cxn ang="0">
                  <a:pos x="177" y="226"/>
                </a:cxn>
                <a:cxn ang="0">
                  <a:pos x="171" y="204"/>
                </a:cxn>
              </a:cxnLst>
              <a:rect l="0" t="0" r="r" b="b"/>
              <a:pathLst>
                <a:path w="1275" h="352">
                  <a:moveTo>
                    <a:pt x="171" y="204"/>
                  </a:moveTo>
                  <a:lnTo>
                    <a:pt x="177" y="181"/>
                  </a:lnTo>
                  <a:lnTo>
                    <a:pt x="191" y="160"/>
                  </a:lnTo>
                  <a:lnTo>
                    <a:pt x="215" y="141"/>
                  </a:lnTo>
                  <a:lnTo>
                    <a:pt x="247" y="121"/>
                  </a:lnTo>
                  <a:lnTo>
                    <a:pt x="288" y="103"/>
                  </a:lnTo>
                  <a:lnTo>
                    <a:pt x="337" y="86"/>
                  </a:lnTo>
                  <a:lnTo>
                    <a:pt x="392" y="70"/>
                  </a:lnTo>
                  <a:lnTo>
                    <a:pt x="454" y="56"/>
                  </a:lnTo>
                  <a:lnTo>
                    <a:pt x="520" y="45"/>
                  </a:lnTo>
                  <a:lnTo>
                    <a:pt x="593" y="35"/>
                  </a:lnTo>
                  <a:lnTo>
                    <a:pt x="671" y="26"/>
                  </a:lnTo>
                  <a:lnTo>
                    <a:pt x="751" y="21"/>
                  </a:lnTo>
                  <a:lnTo>
                    <a:pt x="837" y="17"/>
                  </a:lnTo>
                  <a:lnTo>
                    <a:pt x="924" y="15"/>
                  </a:lnTo>
                  <a:lnTo>
                    <a:pt x="999" y="17"/>
                  </a:lnTo>
                  <a:lnTo>
                    <a:pt x="1071" y="19"/>
                  </a:lnTo>
                  <a:lnTo>
                    <a:pt x="1175" y="21"/>
                  </a:lnTo>
                  <a:lnTo>
                    <a:pt x="1275" y="28"/>
                  </a:lnTo>
                  <a:lnTo>
                    <a:pt x="1196" y="18"/>
                  </a:lnTo>
                  <a:lnTo>
                    <a:pt x="1111" y="10"/>
                  </a:lnTo>
                  <a:lnTo>
                    <a:pt x="1024" y="4"/>
                  </a:lnTo>
                  <a:lnTo>
                    <a:pt x="931" y="1"/>
                  </a:lnTo>
                  <a:lnTo>
                    <a:pt x="837" y="0"/>
                  </a:lnTo>
                  <a:lnTo>
                    <a:pt x="745" y="1"/>
                  </a:lnTo>
                  <a:lnTo>
                    <a:pt x="658" y="4"/>
                  </a:lnTo>
                  <a:lnTo>
                    <a:pt x="572" y="10"/>
                  </a:lnTo>
                  <a:lnTo>
                    <a:pt x="492" y="17"/>
                  </a:lnTo>
                  <a:lnTo>
                    <a:pt x="415" y="25"/>
                  </a:lnTo>
                  <a:lnTo>
                    <a:pt x="343" y="35"/>
                  </a:lnTo>
                  <a:lnTo>
                    <a:pt x="277" y="48"/>
                  </a:lnTo>
                  <a:lnTo>
                    <a:pt x="216" y="62"/>
                  </a:lnTo>
                  <a:lnTo>
                    <a:pt x="161" y="76"/>
                  </a:lnTo>
                  <a:lnTo>
                    <a:pt x="114" y="91"/>
                  </a:lnTo>
                  <a:lnTo>
                    <a:pt x="74" y="108"/>
                  </a:lnTo>
                  <a:lnTo>
                    <a:pt x="42" y="126"/>
                  </a:lnTo>
                  <a:lnTo>
                    <a:pt x="19" y="146"/>
                  </a:lnTo>
                  <a:lnTo>
                    <a:pt x="4" y="166"/>
                  </a:lnTo>
                  <a:lnTo>
                    <a:pt x="0" y="186"/>
                  </a:lnTo>
                  <a:lnTo>
                    <a:pt x="4" y="205"/>
                  </a:lnTo>
                  <a:lnTo>
                    <a:pt x="18" y="224"/>
                  </a:lnTo>
                  <a:lnTo>
                    <a:pt x="39" y="242"/>
                  </a:lnTo>
                  <a:lnTo>
                    <a:pt x="69" y="260"/>
                  </a:lnTo>
                  <a:lnTo>
                    <a:pt x="107" y="277"/>
                  </a:lnTo>
                  <a:lnTo>
                    <a:pt x="150" y="293"/>
                  </a:lnTo>
                  <a:lnTo>
                    <a:pt x="201" y="307"/>
                  </a:lnTo>
                  <a:lnTo>
                    <a:pt x="257" y="319"/>
                  </a:lnTo>
                  <a:lnTo>
                    <a:pt x="319" y="332"/>
                  </a:lnTo>
                  <a:lnTo>
                    <a:pt x="387" y="342"/>
                  </a:lnTo>
                  <a:lnTo>
                    <a:pt x="458" y="352"/>
                  </a:lnTo>
                  <a:lnTo>
                    <a:pt x="396" y="338"/>
                  </a:lnTo>
                  <a:lnTo>
                    <a:pt x="340" y="324"/>
                  </a:lnTo>
                  <a:lnTo>
                    <a:pt x="291" y="307"/>
                  </a:lnTo>
                  <a:lnTo>
                    <a:pt x="249" y="288"/>
                  </a:lnTo>
                  <a:lnTo>
                    <a:pt x="216" y="269"/>
                  </a:lnTo>
                  <a:lnTo>
                    <a:pt x="191" y="248"/>
                  </a:lnTo>
                  <a:lnTo>
                    <a:pt x="177" y="226"/>
                  </a:lnTo>
                  <a:lnTo>
                    <a:pt x="171" y="20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3" name="Freeform 197"/>
            <p:cNvSpPr>
              <a:spLocks noEditPoints="1"/>
            </p:cNvSpPr>
            <p:nvPr/>
          </p:nvSpPr>
          <p:spPr bwMode="auto">
            <a:xfrm>
              <a:off x="624907" y="902142"/>
              <a:ext cx="139435" cy="171851"/>
            </a:xfrm>
            <a:custGeom>
              <a:avLst/>
              <a:gdLst/>
              <a:ahLst/>
              <a:cxnLst>
                <a:cxn ang="0">
                  <a:pos x="38" y="307"/>
                </a:cxn>
                <a:cxn ang="0">
                  <a:pos x="38" y="37"/>
                </a:cxn>
                <a:cxn ang="0">
                  <a:pos x="72" y="37"/>
                </a:cxn>
                <a:cxn ang="0">
                  <a:pos x="103" y="40"/>
                </a:cxn>
                <a:cxn ang="0">
                  <a:pos x="129" y="47"/>
                </a:cxn>
                <a:cxn ang="0">
                  <a:pos x="153" y="58"/>
                </a:cxn>
                <a:cxn ang="0">
                  <a:pos x="174" y="74"/>
                </a:cxn>
                <a:cxn ang="0">
                  <a:pos x="191" y="93"/>
                </a:cxn>
                <a:cxn ang="0">
                  <a:pos x="204" y="117"/>
                </a:cxn>
                <a:cxn ang="0">
                  <a:pos x="211" y="143"/>
                </a:cxn>
                <a:cxn ang="0">
                  <a:pos x="214" y="172"/>
                </a:cxn>
                <a:cxn ang="0">
                  <a:pos x="211" y="202"/>
                </a:cxn>
                <a:cxn ang="0">
                  <a:pos x="204" y="229"/>
                </a:cxn>
                <a:cxn ang="0">
                  <a:pos x="191" y="252"/>
                </a:cxn>
                <a:cxn ang="0">
                  <a:pos x="173" y="271"/>
                </a:cxn>
                <a:cxn ang="0">
                  <a:pos x="152" y="286"/>
                </a:cxn>
                <a:cxn ang="0">
                  <a:pos x="128" y="298"/>
                </a:cxn>
                <a:cxn ang="0">
                  <a:pos x="101" y="305"/>
                </a:cxn>
                <a:cxn ang="0">
                  <a:pos x="72" y="307"/>
                </a:cxn>
                <a:cxn ang="0">
                  <a:pos x="38" y="307"/>
                </a:cxn>
                <a:cxn ang="0">
                  <a:pos x="0" y="343"/>
                </a:cxn>
                <a:cxn ang="0">
                  <a:pos x="69" y="343"/>
                </a:cxn>
                <a:cxn ang="0">
                  <a:pos x="106" y="341"/>
                </a:cxn>
                <a:cxn ang="0">
                  <a:pos x="136" y="334"/>
                </a:cxn>
                <a:cxn ang="0">
                  <a:pos x="165" y="323"/>
                </a:cxn>
                <a:cxn ang="0">
                  <a:pos x="190" y="305"/>
                </a:cxn>
                <a:cxn ang="0">
                  <a:pos x="193" y="305"/>
                </a:cxn>
                <a:cxn ang="0">
                  <a:pos x="193" y="303"/>
                </a:cxn>
                <a:cxn ang="0">
                  <a:pos x="218" y="276"/>
                </a:cxn>
                <a:cxn ang="0">
                  <a:pos x="238" y="245"/>
                </a:cxn>
                <a:cxn ang="0">
                  <a:pos x="246" y="223"/>
                </a:cxn>
                <a:cxn ang="0">
                  <a:pos x="252" y="198"/>
                </a:cxn>
                <a:cxn ang="0">
                  <a:pos x="253" y="172"/>
                </a:cxn>
                <a:cxn ang="0">
                  <a:pos x="249" y="133"/>
                </a:cxn>
                <a:cxn ang="0">
                  <a:pos x="238" y="98"/>
                </a:cxn>
                <a:cxn ang="0">
                  <a:pos x="227" y="76"/>
                </a:cxn>
                <a:cxn ang="0">
                  <a:pos x="212" y="58"/>
                </a:cxn>
                <a:cxn ang="0">
                  <a:pos x="194" y="41"/>
                </a:cxn>
                <a:cxn ang="0">
                  <a:pos x="167" y="23"/>
                </a:cxn>
                <a:cxn ang="0">
                  <a:pos x="141" y="10"/>
                </a:cxn>
                <a:cxn ang="0">
                  <a:pos x="120" y="5"/>
                </a:cxn>
                <a:cxn ang="0">
                  <a:pos x="96" y="2"/>
                </a:cxn>
                <a:cxn ang="0">
                  <a:pos x="69" y="0"/>
                </a:cxn>
                <a:cxn ang="0">
                  <a:pos x="0" y="0"/>
                </a:cxn>
                <a:cxn ang="0">
                  <a:pos x="0" y="343"/>
                </a:cxn>
              </a:cxnLst>
              <a:rect l="0" t="0" r="r" b="b"/>
              <a:pathLst>
                <a:path w="253" h="343">
                  <a:moveTo>
                    <a:pt x="38" y="307"/>
                  </a:moveTo>
                  <a:lnTo>
                    <a:pt x="38" y="37"/>
                  </a:lnTo>
                  <a:lnTo>
                    <a:pt x="72" y="37"/>
                  </a:lnTo>
                  <a:lnTo>
                    <a:pt x="103" y="40"/>
                  </a:lnTo>
                  <a:lnTo>
                    <a:pt x="129" y="47"/>
                  </a:lnTo>
                  <a:lnTo>
                    <a:pt x="153" y="58"/>
                  </a:lnTo>
                  <a:lnTo>
                    <a:pt x="174" y="74"/>
                  </a:lnTo>
                  <a:lnTo>
                    <a:pt x="191" y="93"/>
                  </a:lnTo>
                  <a:lnTo>
                    <a:pt x="204" y="117"/>
                  </a:lnTo>
                  <a:lnTo>
                    <a:pt x="211" y="143"/>
                  </a:lnTo>
                  <a:lnTo>
                    <a:pt x="214" y="172"/>
                  </a:lnTo>
                  <a:lnTo>
                    <a:pt x="211" y="202"/>
                  </a:lnTo>
                  <a:lnTo>
                    <a:pt x="204" y="229"/>
                  </a:lnTo>
                  <a:lnTo>
                    <a:pt x="191" y="252"/>
                  </a:lnTo>
                  <a:lnTo>
                    <a:pt x="173" y="271"/>
                  </a:lnTo>
                  <a:lnTo>
                    <a:pt x="152" y="286"/>
                  </a:lnTo>
                  <a:lnTo>
                    <a:pt x="128" y="298"/>
                  </a:lnTo>
                  <a:lnTo>
                    <a:pt x="101" y="305"/>
                  </a:lnTo>
                  <a:lnTo>
                    <a:pt x="72" y="307"/>
                  </a:lnTo>
                  <a:lnTo>
                    <a:pt x="38" y="307"/>
                  </a:lnTo>
                  <a:close/>
                  <a:moveTo>
                    <a:pt x="0" y="343"/>
                  </a:moveTo>
                  <a:lnTo>
                    <a:pt x="69" y="343"/>
                  </a:lnTo>
                  <a:lnTo>
                    <a:pt x="106" y="341"/>
                  </a:lnTo>
                  <a:lnTo>
                    <a:pt x="136" y="334"/>
                  </a:lnTo>
                  <a:lnTo>
                    <a:pt x="165" y="323"/>
                  </a:lnTo>
                  <a:lnTo>
                    <a:pt x="190" y="305"/>
                  </a:lnTo>
                  <a:lnTo>
                    <a:pt x="193" y="305"/>
                  </a:lnTo>
                  <a:lnTo>
                    <a:pt x="193" y="303"/>
                  </a:lnTo>
                  <a:lnTo>
                    <a:pt x="218" y="276"/>
                  </a:lnTo>
                  <a:lnTo>
                    <a:pt x="238" y="245"/>
                  </a:lnTo>
                  <a:lnTo>
                    <a:pt x="246" y="223"/>
                  </a:lnTo>
                  <a:lnTo>
                    <a:pt x="252" y="198"/>
                  </a:lnTo>
                  <a:lnTo>
                    <a:pt x="253" y="172"/>
                  </a:lnTo>
                  <a:lnTo>
                    <a:pt x="249" y="133"/>
                  </a:lnTo>
                  <a:lnTo>
                    <a:pt x="238" y="98"/>
                  </a:lnTo>
                  <a:lnTo>
                    <a:pt x="227" y="76"/>
                  </a:lnTo>
                  <a:lnTo>
                    <a:pt x="212" y="58"/>
                  </a:lnTo>
                  <a:lnTo>
                    <a:pt x="194" y="41"/>
                  </a:lnTo>
                  <a:lnTo>
                    <a:pt x="167" y="23"/>
                  </a:lnTo>
                  <a:lnTo>
                    <a:pt x="141" y="10"/>
                  </a:lnTo>
                  <a:lnTo>
                    <a:pt x="120" y="5"/>
                  </a:lnTo>
                  <a:lnTo>
                    <a:pt x="96" y="2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4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4" name="Freeform 198"/>
            <p:cNvSpPr>
              <a:spLocks/>
            </p:cNvSpPr>
            <p:nvPr/>
          </p:nvSpPr>
          <p:spPr bwMode="auto">
            <a:xfrm>
              <a:off x="997468" y="902142"/>
              <a:ext cx="97549" cy="171851"/>
            </a:xfrm>
            <a:custGeom>
              <a:avLst/>
              <a:gdLst/>
              <a:ahLst/>
              <a:cxnLst>
                <a:cxn ang="0">
                  <a:pos x="39" y="37"/>
                </a:cxn>
                <a:cxn ang="0">
                  <a:pos x="39" y="138"/>
                </a:cxn>
                <a:cxn ang="0">
                  <a:pos x="173" y="138"/>
                </a:cxn>
                <a:cxn ang="0">
                  <a:pos x="173" y="174"/>
                </a:cxn>
                <a:cxn ang="0">
                  <a:pos x="39" y="174"/>
                </a:cxn>
                <a:cxn ang="0">
                  <a:pos x="39" y="307"/>
                </a:cxn>
                <a:cxn ang="0">
                  <a:pos x="177" y="307"/>
                </a:cxn>
                <a:cxn ang="0">
                  <a:pos x="177" y="343"/>
                </a:cxn>
                <a:cxn ang="0">
                  <a:pos x="0" y="343"/>
                </a:cxn>
                <a:cxn ang="0">
                  <a:pos x="0" y="0"/>
                </a:cxn>
                <a:cxn ang="0">
                  <a:pos x="177" y="0"/>
                </a:cxn>
                <a:cxn ang="0">
                  <a:pos x="177" y="37"/>
                </a:cxn>
                <a:cxn ang="0">
                  <a:pos x="39" y="37"/>
                </a:cxn>
              </a:cxnLst>
              <a:rect l="0" t="0" r="r" b="b"/>
              <a:pathLst>
                <a:path w="177" h="343">
                  <a:moveTo>
                    <a:pt x="39" y="37"/>
                  </a:moveTo>
                  <a:lnTo>
                    <a:pt x="39" y="138"/>
                  </a:lnTo>
                  <a:lnTo>
                    <a:pt x="173" y="138"/>
                  </a:lnTo>
                  <a:lnTo>
                    <a:pt x="173" y="174"/>
                  </a:lnTo>
                  <a:lnTo>
                    <a:pt x="39" y="174"/>
                  </a:lnTo>
                  <a:lnTo>
                    <a:pt x="39" y="307"/>
                  </a:lnTo>
                  <a:lnTo>
                    <a:pt x="177" y="307"/>
                  </a:lnTo>
                  <a:lnTo>
                    <a:pt x="177" y="343"/>
                  </a:lnTo>
                  <a:lnTo>
                    <a:pt x="0" y="343"/>
                  </a:lnTo>
                  <a:lnTo>
                    <a:pt x="0" y="0"/>
                  </a:lnTo>
                  <a:lnTo>
                    <a:pt x="177" y="0"/>
                  </a:lnTo>
                  <a:lnTo>
                    <a:pt x="177" y="37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5" name="Freeform 199"/>
            <p:cNvSpPr>
              <a:spLocks/>
            </p:cNvSpPr>
            <p:nvPr/>
          </p:nvSpPr>
          <p:spPr bwMode="auto">
            <a:xfrm>
              <a:off x="1327591" y="902142"/>
              <a:ext cx="85424" cy="171851"/>
            </a:xfrm>
            <a:custGeom>
              <a:avLst/>
              <a:gdLst/>
              <a:ahLst/>
              <a:cxnLst>
                <a:cxn ang="0">
                  <a:pos x="38" y="37"/>
                </a:cxn>
                <a:cxn ang="0">
                  <a:pos x="38" y="138"/>
                </a:cxn>
                <a:cxn ang="0">
                  <a:pos x="152" y="138"/>
                </a:cxn>
                <a:cxn ang="0">
                  <a:pos x="152" y="174"/>
                </a:cxn>
                <a:cxn ang="0">
                  <a:pos x="38" y="174"/>
                </a:cxn>
                <a:cxn ang="0">
                  <a:pos x="38" y="343"/>
                </a:cxn>
                <a:cxn ang="0">
                  <a:pos x="0" y="343"/>
                </a:cxn>
                <a:cxn ang="0">
                  <a:pos x="0" y="0"/>
                </a:cxn>
                <a:cxn ang="0">
                  <a:pos x="155" y="0"/>
                </a:cxn>
                <a:cxn ang="0">
                  <a:pos x="155" y="37"/>
                </a:cxn>
                <a:cxn ang="0">
                  <a:pos x="38" y="37"/>
                </a:cxn>
              </a:cxnLst>
              <a:rect l="0" t="0" r="r" b="b"/>
              <a:pathLst>
                <a:path w="155" h="343">
                  <a:moveTo>
                    <a:pt x="38" y="37"/>
                  </a:moveTo>
                  <a:lnTo>
                    <a:pt x="38" y="138"/>
                  </a:lnTo>
                  <a:lnTo>
                    <a:pt x="152" y="138"/>
                  </a:lnTo>
                  <a:lnTo>
                    <a:pt x="152" y="174"/>
                  </a:lnTo>
                  <a:lnTo>
                    <a:pt x="38" y="174"/>
                  </a:lnTo>
                  <a:lnTo>
                    <a:pt x="38" y="343"/>
                  </a:lnTo>
                  <a:lnTo>
                    <a:pt x="0" y="343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6" name="Rectangle 200"/>
            <p:cNvSpPr>
              <a:spLocks noChangeArrowheads="1"/>
            </p:cNvSpPr>
            <p:nvPr/>
          </p:nvSpPr>
          <p:spPr bwMode="auto">
            <a:xfrm>
              <a:off x="1643937" y="902142"/>
              <a:ext cx="22045" cy="17185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7" name="Freeform 201"/>
            <p:cNvSpPr>
              <a:spLocks noEditPoints="1"/>
            </p:cNvSpPr>
            <p:nvPr/>
          </p:nvSpPr>
          <p:spPr bwMode="auto">
            <a:xfrm>
              <a:off x="1885881" y="894627"/>
              <a:ext cx="171400" cy="179366"/>
            </a:xfrm>
            <a:custGeom>
              <a:avLst/>
              <a:gdLst/>
              <a:ahLst/>
              <a:cxnLst>
                <a:cxn ang="0">
                  <a:pos x="214" y="225"/>
                </a:cxn>
                <a:cxn ang="0">
                  <a:pos x="99" y="225"/>
                </a:cxn>
                <a:cxn ang="0">
                  <a:pos x="158" y="89"/>
                </a:cxn>
                <a:cxn ang="0">
                  <a:pos x="214" y="225"/>
                </a:cxn>
                <a:cxn ang="0">
                  <a:pos x="230" y="260"/>
                </a:cxn>
                <a:cxn ang="0">
                  <a:pos x="269" y="358"/>
                </a:cxn>
                <a:cxn ang="0">
                  <a:pos x="311" y="358"/>
                </a:cxn>
                <a:cxn ang="0">
                  <a:pos x="158" y="0"/>
                </a:cxn>
                <a:cxn ang="0">
                  <a:pos x="0" y="358"/>
                </a:cxn>
                <a:cxn ang="0">
                  <a:pos x="43" y="358"/>
                </a:cxn>
                <a:cxn ang="0">
                  <a:pos x="83" y="260"/>
                </a:cxn>
                <a:cxn ang="0">
                  <a:pos x="230" y="260"/>
                </a:cxn>
              </a:cxnLst>
              <a:rect l="0" t="0" r="r" b="b"/>
              <a:pathLst>
                <a:path w="311" h="358">
                  <a:moveTo>
                    <a:pt x="214" y="225"/>
                  </a:moveTo>
                  <a:lnTo>
                    <a:pt x="99" y="225"/>
                  </a:lnTo>
                  <a:lnTo>
                    <a:pt x="158" y="89"/>
                  </a:lnTo>
                  <a:lnTo>
                    <a:pt x="214" y="225"/>
                  </a:lnTo>
                  <a:close/>
                  <a:moveTo>
                    <a:pt x="230" y="260"/>
                  </a:moveTo>
                  <a:lnTo>
                    <a:pt x="269" y="358"/>
                  </a:lnTo>
                  <a:lnTo>
                    <a:pt x="311" y="358"/>
                  </a:lnTo>
                  <a:lnTo>
                    <a:pt x="158" y="0"/>
                  </a:lnTo>
                  <a:lnTo>
                    <a:pt x="0" y="358"/>
                  </a:lnTo>
                  <a:lnTo>
                    <a:pt x="43" y="358"/>
                  </a:lnTo>
                  <a:lnTo>
                    <a:pt x="83" y="260"/>
                  </a:lnTo>
                  <a:lnTo>
                    <a:pt x="230" y="26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8" name="Freeform 202"/>
            <p:cNvSpPr>
              <a:spLocks/>
            </p:cNvSpPr>
            <p:nvPr/>
          </p:nvSpPr>
          <p:spPr bwMode="auto">
            <a:xfrm>
              <a:off x="2277731" y="896130"/>
              <a:ext cx="167542" cy="1853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6" y="277"/>
                </a:cxn>
                <a:cxn ang="0">
                  <a:pos x="266" y="12"/>
                </a:cxn>
                <a:cxn ang="0">
                  <a:pos x="304" y="12"/>
                </a:cxn>
                <a:cxn ang="0">
                  <a:pos x="304" y="370"/>
                </a:cxn>
                <a:cxn ang="0">
                  <a:pos x="38" y="91"/>
                </a:cxn>
                <a:cxn ang="0">
                  <a:pos x="38" y="355"/>
                </a:cxn>
                <a:cxn ang="0">
                  <a:pos x="0" y="355"/>
                </a:cxn>
                <a:cxn ang="0">
                  <a:pos x="0" y="0"/>
                </a:cxn>
              </a:cxnLst>
              <a:rect l="0" t="0" r="r" b="b"/>
              <a:pathLst>
                <a:path w="304" h="370">
                  <a:moveTo>
                    <a:pt x="0" y="0"/>
                  </a:moveTo>
                  <a:lnTo>
                    <a:pt x="266" y="277"/>
                  </a:lnTo>
                  <a:lnTo>
                    <a:pt x="266" y="12"/>
                  </a:lnTo>
                  <a:lnTo>
                    <a:pt x="304" y="12"/>
                  </a:lnTo>
                  <a:lnTo>
                    <a:pt x="304" y="370"/>
                  </a:lnTo>
                  <a:lnTo>
                    <a:pt x="38" y="91"/>
                  </a:lnTo>
                  <a:lnTo>
                    <a:pt x="38" y="355"/>
                  </a:lnTo>
                  <a:lnTo>
                    <a:pt x="0" y="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9" name="Freeform 203"/>
            <p:cNvSpPr>
              <a:spLocks/>
            </p:cNvSpPr>
            <p:nvPr/>
          </p:nvSpPr>
          <p:spPr bwMode="auto">
            <a:xfrm>
              <a:off x="2678949" y="900138"/>
              <a:ext cx="153213" cy="176360"/>
            </a:xfrm>
            <a:custGeom>
              <a:avLst/>
              <a:gdLst/>
              <a:ahLst/>
              <a:cxnLst>
                <a:cxn ang="0">
                  <a:pos x="278" y="80"/>
                </a:cxn>
                <a:cxn ang="0">
                  <a:pos x="254" y="62"/>
                </a:cxn>
                <a:cxn ang="0">
                  <a:pos x="230" y="48"/>
                </a:cxn>
                <a:cxn ang="0">
                  <a:pos x="204" y="38"/>
                </a:cxn>
                <a:cxn ang="0">
                  <a:pos x="174" y="35"/>
                </a:cxn>
                <a:cxn ang="0">
                  <a:pos x="147" y="38"/>
                </a:cxn>
                <a:cxn ang="0">
                  <a:pos x="122" y="47"/>
                </a:cxn>
                <a:cxn ang="0">
                  <a:pos x="100" y="59"/>
                </a:cxn>
                <a:cxn ang="0">
                  <a:pos x="78" y="78"/>
                </a:cxn>
                <a:cxn ang="0">
                  <a:pos x="60" y="99"/>
                </a:cxn>
                <a:cxn ang="0">
                  <a:pos x="47" y="123"/>
                </a:cxn>
                <a:cxn ang="0">
                  <a:pos x="40" y="148"/>
                </a:cxn>
                <a:cxn ang="0">
                  <a:pos x="38" y="176"/>
                </a:cxn>
                <a:cxn ang="0">
                  <a:pos x="40" y="204"/>
                </a:cxn>
                <a:cxn ang="0">
                  <a:pos x="47" y="231"/>
                </a:cxn>
                <a:cxn ang="0">
                  <a:pos x="60" y="254"/>
                </a:cxn>
                <a:cxn ang="0">
                  <a:pos x="78" y="276"/>
                </a:cxn>
                <a:cxn ang="0">
                  <a:pos x="100" y="294"/>
                </a:cxn>
                <a:cxn ang="0">
                  <a:pos x="123" y="307"/>
                </a:cxn>
                <a:cxn ang="0">
                  <a:pos x="150" y="314"/>
                </a:cxn>
                <a:cxn ang="0">
                  <a:pos x="178" y="317"/>
                </a:cxn>
                <a:cxn ang="0">
                  <a:pos x="197" y="316"/>
                </a:cxn>
                <a:cxn ang="0">
                  <a:pos x="215" y="310"/>
                </a:cxn>
                <a:cxn ang="0">
                  <a:pos x="232" y="303"/>
                </a:cxn>
                <a:cxn ang="0">
                  <a:pos x="256" y="289"/>
                </a:cxn>
                <a:cxn ang="0">
                  <a:pos x="278" y="272"/>
                </a:cxn>
                <a:cxn ang="0">
                  <a:pos x="278" y="318"/>
                </a:cxn>
                <a:cxn ang="0">
                  <a:pos x="275" y="321"/>
                </a:cxn>
                <a:cxn ang="0">
                  <a:pos x="271" y="324"/>
                </a:cxn>
                <a:cxn ang="0">
                  <a:pos x="266" y="327"/>
                </a:cxn>
                <a:cxn ang="0">
                  <a:pos x="261" y="330"/>
                </a:cxn>
                <a:cxn ang="0">
                  <a:pos x="239" y="341"/>
                </a:cxn>
                <a:cxn ang="0">
                  <a:pos x="218" y="347"/>
                </a:cxn>
                <a:cxn ang="0">
                  <a:pos x="198" y="351"/>
                </a:cxn>
                <a:cxn ang="0">
                  <a:pos x="176" y="352"/>
                </a:cxn>
                <a:cxn ang="0">
                  <a:pos x="140" y="349"/>
                </a:cxn>
                <a:cxn ang="0">
                  <a:pos x="108" y="340"/>
                </a:cxn>
                <a:cxn ang="0">
                  <a:pos x="78" y="323"/>
                </a:cxn>
                <a:cxn ang="0">
                  <a:pos x="50" y="300"/>
                </a:cxn>
                <a:cxn ang="0">
                  <a:pos x="28" y="273"/>
                </a:cxn>
                <a:cxn ang="0">
                  <a:pos x="12" y="244"/>
                </a:cxn>
                <a:cxn ang="0">
                  <a:pos x="2" y="210"/>
                </a:cxn>
                <a:cxn ang="0">
                  <a:pos x="0" y="175"/>
                </a:cxn>
                <a:cxn ang="0">
                  <a:pos x="2" y="140"/>
                </a:cxn>
                <a:cxn ang="0">
                  <a:pos x="12" y="109"/>
                </a:cxn>
                <a:cxn ang="0">
                  <a:pos x="29" y="79"/>
                </a:cxn>
                <a:cxn ang="0">
                  <a:pos x="52" y="52"/>
                </a:cxn>
                <a:cxn ang="0">
                  <a:pos x="80" y="30"/>
                </a:cxn>
                <a:cxn ang="0">
                  <a:pos x="109" y="13"/>
                </a:cxn>
                <a:cxn ang="0">
                  <a:pos x="142" y="3"/>
                </a:cxn>
                <a:cxn ang="0">
                  <a:pos x="177" y="0"/>
                </a:cxn>
                <a:cxn ang="0">
                  <a:pos x="194" y="0"/>
                </a:cxn>
                <a:cxn ang="0">
                  <a:pos x="209" y="3"/>
                </a:cxn>
                <a:cxn ang="0">
                  <a:pos x="239" y="11"/>
                </a:cxn>
                <a:cxn ang="0">
                  <a:pos x="246" y="14"/>
                </a:cxn>
                <a:cxn ang="0">
                  <a:pos x="252" y="17"/>
                </a:cxn>
                <a:cxn ang="0">
                  <a:pos x="259" y="21"/>
                </a:cxn>
                <a:cxn ang="0">
                  <a:pos x="264" y="24"/>
                </a:cxn>
                <a:cxn ang="0">
                  <a:pos x="271" y="28"/>
                </a:cxn>
                <a:cxn ang="0">
                  <a:pos x="278" y="34"/>
                </a:cxn>
                <a:cxn ang="0">
                  <a:pos x="278" y="80"/>
                </a:cxn>
              </a:cxnLst>
              <a:rect l="0" t="0" r="r" b="b"/>
              <a:pathLst>
                <a:path w="278" h="352">
                  <a:moveTo>
                    <a:pt x="278" y="80"/>
                  </a:moveTo>
                  <a:lnTo>
                    <a:pt x="254" y="62"/>
                  </a:lnTo>
                  <a:lnTo>
                    <a:pt x="230" y="48"/>
                  </a:lnTo>
                  <a:lnTo>
                    <a:pt x="204" y="38"/>
                  </a:lnTo>
                  <a:lnTo>
                    <a:pt x="174" y="35"/>
                  </a:lnTo>
                  <a:lnTo>
                    <a:pt x="147" y="38"/>
                  </a:lnTo>
                  <a:lnTo>
                    <a:pt x="122" y="47"/>
                  </a:lnTo>
                  <a:lnTo>
                    <a:pt x="100" y="59"/>
                  </a:lnTo>
                  <a:lnTo>
                    <a:pt x="78" y="78"/>
                  </a:lnTo>
                  <a:lnTo>
                    <a:pt x="60" y="99"/>
                  </a:lnTo>
                  <a:lnTo>
                    <a:pt x="47" y="123"/>
                  </a:lnTo>
                  <a:lnTo>
                    <a:pt x="40" y="148"/>
                  </a:lnTo>
                  <a:lnTo>
                    <a:pt x="38" y="176"/>
                  </a:lnTo>
                  <a:lnTo>
                    <a:pt x="40" y="204"/>
                  </a:lnTo>
                  <a:lnTo>
                    <a:pt x="47" y="231"/>
                  </a:lnTo>
                  <a:lnTo>
                    <a:pt x="60" y="254"/>
                  </a:lnTo>
                  <a:lnTo>
                    <a:pt x="78" y="276"/>
                  </a:lnTo>
                  <a:lnTo>
                    <a:pt x="100" y="294"/>
                  </a:lnTo>
                  <a:lnTo>
                    <a:pt x="123" y="307"/>
                  </a:lnTo>
                  <a:lnTo>
                    <a:pt x="150" y="314"/>
                  </a:lnTo>
                  <a:lnTo>
                    <a:pt x="178" y="317"/>
                  </a:lnTo>
                  <a:lnTo>
                    <a:pt x="197" y="316"/>
                  </a:lnTo>
                  <a:lnTo>
                    <a:pt x="215" y="310"/>
                  </a:lnTo>
                  <a:lnTo>
                    <a:pt x="232" y="303"/>
                  </a:lnTo>
                  <a:lnTo>
                    <a:pt x="256" y="289"/>
                  </a:lnTo>
                  <a:lnTo>
                    <a:pt x="278" y="272"/>
                  </a:lnTo>
                  <a:lnTo>
                    <a:pt x="278" y="318"/>
                  </a:lnTo>
                  <a:lnTo>
                    <a:pt x="275" y="321"/>
                  </a:lnTo>
                  <a:lnTo>
                    <a:pt x="271" y="324"/>
                  </a:lnTo>
                  <a:lnTo>
                    <a:pt x="266" y="327"/>
                  </a:lnTo>
                  <a:lnTo>
                    <a:pt x="261" y="330"/>
                  </a:lnTo>
                  <a:lnTo>
                    <a:pt x="239" y="341"/>
                  </a:lnTo>
                  <a:lnTo>
                    <a:pt x="218" y="347"/>
                  </a:lnTo>
                  <a:lnTo>
                    <a:pt x="198" y="351"/>
                  </a:lnTo>
                  <a:lnTo>
                    <a:pt x="176" y="352"/>
                  </a:lnTo>
                  <a:lnTo>
                    <a:pt x="140" y="349"/>
                  </a:lnTo>
                  <a:lnTo>
                    <a:pt x="108" y="340"/>
                  </a:lnTo>
                  <a:lnTo>
                    <a:pt x="78" y="323"/>
                  </a:lnTo>
                  <a:lnTo>
                    <a:pt x="50" y="300"/>
                  </a:lnTo>
                  <a:lnTo>
                    <a:pt x="28" y="273"/>
                  </a:lnTo>
                  <a:lnTo>
                    <a:pt x="12" y="244"/>
                  </a:lnTo>
                  <a:lnTo>
                    <a:pt x="2" y="210"/>
                  </a:lnTo>
                  <a:lnTo>
                    <a:pt x="0" y="175"/>
                  </a:lnTo>
                  <a:lnTo>
                    <a:pt x="2" y="140"/>
                  </a:lnTo>
                  <a:lnTo>
                    <a:pt x="12" y="109"/>
                  </a:lnTo>
                  <a:lnTo>
                    <a:pt x="29" y="79"/>
                  </a:lnTo>
                  <a:lnTo>
                    <a:pt x="52" y="52"/>
                  </a:lnTo>
                  <a:lnTo>
                    <a:pt x="80" y="30"/>
                  </a:lnTo>
                  <a:lnTo>
                    <a:pt x="109" y="13"/>
                  </a:lnTo>
                  <a:lnTo>
                    <a:pt x="142" y="3"/>
                  </a:lnTo>
                  <a:lnTo>
                    <a:pt x="177" y="0"/>
                  </a:lnTo>
                  <a:lnTo>
                    <a:pt x="194" y="0"/>
                  </a:lnTo>
                  <a:lnTo>
                    <a:pt x="209" y="3"/>
                  </a:lnTo>
                  <a:lnTo>
                    <a:pt x="239" y="11"/>
                  </a:lnTo>
                  <a:lnTo>
                    <a:pt x="246" y="14"/>
                  </a:lnTo>
                  <a:lnTo>
                    <a:pt x="252" y="17"/>
                  </a:lnTo>
                  <a:lnTo>
                    <a:pt x="259" y="21"/>
                  </a:lnTo>
                  <a:lnTo>
                    <a:pt x="264" y="24"/>
                  </a:lnTo>
                  <a:lnTo>
                    <a:pt x="271" y="28"/>
                  </a:lnTo>
                  <a:lnTo>
                    <a:pt x="278" y="34"/>
                  </a:lnTo>
                  <a:lnTo>
                    <a:pt x="278" y="8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0" name="Freeform 204"/>
            <p:cNvSpPr>
              <a:spLocks/>
            </p:cNvSpPr>
            <p:nvPr/>
          </p:nvSpPr>
          <p:spPr bwMode="auto">
            <a:xfrm>
              <a:off x="3064737" y="902142"/>
              <a:ext cx="98100" cy="171851"/>
            </a:xfrm>
            <a:custGeom>
              <a:avLst/>
              <a:gdLst/>
              <a:ahLst/>
              <a:cxnLst>
                <a:cxn ang="0">
                  <a:pos x="38" y="37"/>
                </a:cxn>
                <a:cxn ang="0">
                  <a:pos x="38" y="138"/>
                </a:cxn>
                <a:cxn ang="0">
                  <a:pos x="174" y="138"/>
                </a:cxn>
                <a:cxn ang="0">
                  <a:pos x="174" y="174"/>
                </a:cxn>
                <a:cxn ang="0">
                  <a:pos x="38" y="174"/>
                </a:cxn>
                <a:cxn ang="0">
                  <a:pos x="38" y="307"/>
                </a:cxn>
                <a:cxn ang="0">
                  <a:pos x="178" y="307"/>
                </a:cxn>
                <a:cxn ang="0">
                  <a:pos x="178" y="343"/>
                </a:cxn>
                <a:cxn ang="0">
                  <a:pos x="0" y="343"/>
                </a:cxn>
                <a:cxn ang="0">
                  <a:pos x="0" y="0"/>
                </a:cxn>
                <a:cxn ang="0">
                  <a:pos x="178" y="0"/>
                </a:cxn>
                <a:cxn ang="0">
                  <a:pos x="178" y="37"/>
                </a:cxn>
                <a:cxn ang="0">
                  <a:pos x="38" y="37"/>
                </a:cxn>
              </a:cxnLst>
              <a:rect l="0" t="0" r="r" b="b"/>
              <a:pathLst>
                <a:path w="178" h="343">
                  <a:moveTo>
                    <a:pt x="38" y="37"/>
                  </a:moveTo>
                  <a:lnTo>
                    <a:pt x="38" y="138"/>
                  </a:lnTo>
                  <a:lnTo>
                    <a:pt x="174" y="138"/>
                  </a:lnTo>
                  <a:lnTo>
                    <a:pt x="174" y="174"/>
                  </a:lnTo>
                  <a:lnTo>
                    <a:pt x="38" y="174"/>
                  </a:lnTo>
                  <a:lnTo>
                    <a:pt x="38" y="307"/>
                  </a:lnTo>
                  <a:lnTo>
                    <a:pt x="178" y="307"/>
                  </a:lnTo>
                  <a:lnTo>
                    <a:pt x="178" y="343"/>
                  </a:lnTo>
                  <a:lnTo>
                    <a:pt x="0" y="343"/>
                  </a:lnTo>
                  <a:lnTo>
                    <a:pt x="0" y="0"/>
                  </a:lnTo>
                  <a:lnTo>
                    <a:pt x="178" y="0"/>
                  </a:lnTo>
                  <a:lnTo>
                    <a:pt x="17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1" name="Freeform 205"/>
            <p:cNvSpPr>
              <a:spLocks/>
            </p:cNvSpPr>
            <p:nvPr/>
          </p:nvSpPr>
          <p:spPr bwMode="auto">
            <a:xfrm>
              <a:off x="2277731" y="560445"/>
              <a:ext cx="79362" cy="71646"/>
            </a:xfrm>
            <a:custGeom>
              <a:avLst/>
              <a:gdLst/>
              <a:ahLst/>
              <a:cxnLst>
                <a:cxn ang="0">
                  <a:pos x="144" y="71"/>
                </a:cxn>
                <a:cxn ang="0">
                  <a:pos x="139" y="94"/>
                </a:cxn>
                <a:cxn ang="0">
                  <a:pos x="129" y="114"/>
                </a:cxn>
                <a:cxn ang="0">
                  <a:pos x="114" y="129"/>
                </a:cxn>
                <a:cxn ang="0">
                  <a:pos x="94" y="139"/>
                </a:cxn>
                <a:cxn ang="0">
                  <a:pos x="72" y="143"/>
                </a:cxn>
                <a:cxn ang="0">
                  <a:pos x="49" y="139"/>
                </a:cxn>
                <a:cxn ang="0">
                  <a:pos x="30" y="129"/>
                </a:cxn>
                <a:cxn ang="0">
                  <a:pos x="14" y="114"/>
                </a:cxn>
                <a:cxn ang="0">
                  <a:pos x="4" y="94"/>
                </a:cxn>
                <a:cxn ang="0">
                  <a:pos x="0" y="71"/>
                </a:cxn>
                <a:cxn ang="0">
                  <a:pos x="4" y="49"/>
                </a:cxn>
                <a:cxn ang="0">
                  <a:pos x="14" y="29"/>
                </a:cxn>
                <a:cxn ang="0">
                  <a:pos x="30" y="14"/>
                </a:cxn>
                <a:cxn ang="0">
                  <a:pos x="49" y="4"/>
                </a:cxn>
                <a:cxn ang="0">
                  <a:pos x="72" y="0"/>
                </a:cxn>
                <a:cxn ang="0">
                  <a:pos x="94" y="4"/>
                </a:cxn>
                <a:cxn ang="0">
                  <a:pos x="114" y="14"/>
                </a:cxn>
                <a:cxn ang="0">
                  <a:pos x="129" y="29"/>
                </a:cxn>
                <a:cxn ang="0">
                  <a:pos x="139" y="49"/>
                </a:cxn>
                <a:cxn ang="0">
                  <a:pos x="144" y="71"/>
                </a:cxn>
              </a:cxnLst>
              <a:rect l="0" t="0" r="r" b="b"/>
              <a:pathLst>
                <a:path w="144" h="143">
                  <a:moveTo>
                    <a:pt x="144" y="71"/>
                  </a:moveTo>
                  <a:lnTo>
                    <a:pt x="139" y="94"/>
                  </a:lnTo>
                  <a:lnTo>
                    <a:pt x="129" y="114"/>
                  </a:lnTo>
                  <a:lnTo>
                    <a:pt x="114" y="129"/>
                  </a:lnTo>
                  <a:lnTo>
                    <a:pt x="94" y="139"/>
                  </a:lnTo>
                  <a:lnTo>
                    <a:pt x="72" y="143"/>
                  </a:lnTo>
                  <a:lnTo>
                    <a:pt x="49" y="139"/>
                  </a:lnTo>
                  <a:lnTo>
                    <a:pt x="30" y="129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1"/>
                  </a:lnTo>
                  <a:lnTo>
                    <a:pt x="4" y="49"/>
                  </a:lnTo>
                  <a:lnTo>
                    <a:pt x="14" y="29"/>
                  </a:lnTo>
                  <a:lnTo>
                    <a:pt x="30" y="14"/>
                  </a:lnTo>
                  <a:lnTo>
                    <a:pt x="49" y="4"/>
                  </a:lnTo>
                  <a:lnTo>
                    <a:pt x="72" y="0"/>
                  </a:lnTo>
                  <a:lnTo>
                    <a:pt x="94" y="4"/>
                  </a:lnTo>
                  <a:lnTo>
                    <a:pt x="114" y="14"/>
                  </a:lnTo>
                  <a:lnTo>
                    <a:pt x="129" y="29"/>
                  </a:lnTo>
                  <a:lnTo>
                    <a:pt x="139" y="49"/>
                  </a:lnTo>
                  <a:lnTo>
                    <a:pt x="144" y="7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2" name="Freeform 206"/>
            <p:cNvSpPr>
              <a:spLocks noEditPoints="1"/>
            </p:cNvSpPr>
            <p:nvPr/>
          </p:nvSpPr>
          <p:spPr bwMode="auto">
            <a:xfrm>
              <a:off x="1708419" y="415649"/>
              <a:ext cx="465149" cy="406329"/>
            </a:xfrm>
            <a:custGeom>
              <a:avLst/>
              <a:gdLst/>
              <a:ahLst/>
              <a:cxnLst>
                <a:cxn ang="0">
                  <a:pos x="0" y="790"/>
                </a:cxn>
                <a:cxn ang="0">
                  <a:pos x="55" y="787"/>
                </a:cxn>
                <a:cxn ang="0">
                  <a:pos x="92" y="770"/>
                </a:cxn>
                <a:cxn ang="0">
                  <a:pos x="110" y="743"/>
                </a:cxn>
                <a:cxn ang="0">
                  <a:pos x="115" y="698"/>
                </a:cxn>
                <a:cxn ang="0">
                  <a:pos x="117" y="143"/>
                </a:cxn>
                <a:cxn ang="0">
                  <a:pos x="113" y="84"/>
                </a:cxn>
                <a:cxn ang="0">
                  <a:pos x="100" y="53"/>
                </a:cxn>
                <a:cxn ang="0">
                  <a:pos x="72" y="34"/>
                </a:cxn>
                <a:cxn ang="0">
                  <a:pos x="31" y="27"/>
                </a:cxn>
                <a:cxn ang="0">
                  <a:pos x="0" y="0"/>
                </a:cxn>
                <a:cxn ang="0">
                  <a:pos x="411" y="3"/>
                </a:cxn>
                <a:cxn ang="0">
                  <a:pos x="497" y="14"/>
                </a:cxn>
                <a:cxn ang="0">
                  <a:pos x="580" y="34"/>
                </a:cxn>
                <a:cxn ang="0">
                  <a:pos x="659" y="66"/>
                </a:cxn>
                <a:cxn ang="0">
                  <a:pos x="726" y="114"/>
                </a:cxn>
                <a:cxn ang="0">
                  <a:pos x="780" y="179"/>
                </a:cxn>
                <a:cxn ang="0">
                  <a:pos x="819" y="260"/>
                </a:cxn>
                <a:cxn ang="0">
                  <a:pos x="842" y="352"/>
                </a:cxn>
                <a:cxn ang="0">
                  <a:pos x="842" y="456"/>
                </a:cxn>
                <a:cxn ang="0">
                  <a:pos x="819" y="556"/>
                </a:cxn>
                <a:cxn ang="0">
                  <a:pos x="773" y="645"/>
                </a:cxn>
                <a:cxn ang="0">
                  <a:pos x="709" y="714"/>
                </a:cxn>
                <a:cxn ang="0">
                  <a:pos x="629" y="762"/>
                </a:cxn>
                <a:cxn ang="0">
                  <a:pos x="532" y="793"/>
                </a:cxn>
                <a:cxn ang="0">
                  <a:pos x="421" y="810"/>
                </a:cxn>
                <a:cxn ang="0">
                  <a:pos x="0" y="811"/>
                </a:cxn>
                <a:cxn ang="0">
                  <a:pos x="400" y="767"/>
                </a:cxn>
                <a:cxn ang="0">
                  <a:pos x="481" y="750"/>
                </a:cxn>
                <a:cxn ang="0">
                  <a:pos x="557" y="719"/>
                </a:cxn>
                <a:cxn ang="0">
                  <a:pos x="619" y="672"/>
                </a:cxn>
                <a:cxn ang="0">
                  <a:pos x="670" y="600"/>
                </a:cxn>
                <a:cxn ang="0">
                  <a:pos x="701" y="512"/>
                </a:cxn>
                <a:cxn ang="0">
                  <a:pos x="712" y="410"/>
                </a:cxn>
                <a:cxn ang="0">
                  <a:pos x="701" y="319"/>
                </a:cxn>
                <a:cxn ang="0">
                  <a:pos x="673" y="241"/>
                </a:cxn>
                <a:cxn ang="0">
                  <a:pos x="629" y="173"/>
                </a:cxn>
                <a:cxn ang="0">
                  <a:pos x="576" y="120"/>
                </a:cxn>
                <a:cxn ang="0">
                  <a:pos x="511" y="82"/>
                </a:cxn>
                <a:cxn ang="0">
                  <a:pos x="436" y="59"/>
                </a:cxn>
                <a:cxn ang="0">
                  <a:pos x="355" y="48"/>
                </a:cxn>
                <a:cxn ang="0">
                  <a:pos x="294" y="46"/>
                </a:cxn>
                <a:cxn ang="0">
                  <a:pos x="265" y="55"/>
                </a:cxn>
                <a:cxn ang="0">
                  <a:pos x="245" y="72"/>
                </a:cxn>
                <a:cxn ang="0">
                  <a:pos x="241" y="715"/>
                </a:cxn>
                <a:cxn ang="0">
                  <a:pos x="251" y="752"/>
                </a:cxn>
                <a:cxn ang="0">
                  <a:pos x="272" y="767"/>
                </a:cxn>
                <a:cxn ang="0">
                  <a:pos x="308" y="770"/>
                </a:cxn>
                <a:cxn ang="0">
                  <a:pos x="359" y="769"/>
                </a:cxn>
              </a:cxnLst>
              <a:rect l="0" t="0" r="r" b="b"/>
              <a:pathLst>
                <a:path w="844" h="811">
                  <a:moveTo>
                    <a:pt x="0" y="811"/>
                  </a:moveTo>
                  <a:lnTo>
                    <a:pt x="0" y="790"/>
                  </a:lnTo>
                  <a:lnTo>
                    <a:pt x="31" y="790"/>
                  </a:lnTo>
                  <a:lnTo>
                    <a:pt x="55" y="787"/>
                  </a:lnTo>
                  <a:lnTo>
                    <a:pt x="75" y="781"/>
                  </a:lnTo>
                  <a:lnTo>
                    <a:pt x="92" y="770"/>
                  </a:lnTo>
                  <a:lnTo>
                    <a:pt x="104" y="756"/>
                  </a:lnTo>
                  <a:lnTo>
                    <a:pt x="110" y="743"/>
                  </a:lnTo>
                  <a:lnTo>
                    <a:pt x="114" y="724"/>
                  </a:lnTo>
                  <a:lnTo>
                    <a:pt x="115" y="698"/>
                  </a:lnTo>
                  <a:lnTo>
                    <a:pt x="117" y="667"/>
                  </a:lnTo>
                  <a:lnTo>
                    <a:pt x="117" y="143"/>
                  </a:lnTo>
                  <a:lnTo>
                    <a:pt x="115" y="110"/>
                  </a:lnTo>
                  <a:lnTo>
                    <a:pt x="113" y="84"/>
                  </a:lnTo>
                  <a:lnTo>
                    <a:pt x="107" y="66"/>
                  </a:lnTo>
                  <a:lnTo>
                    <a:pt x="100" y="53"/>
                  </a:lnTo>
                  <a:lnTo>
                    <a:pt x="87" y="42"/>
                  </a:lnTo>
                  <a:lnTo>
                    <a:pt x="72" y="34"/>
                  </a:lnTo>
                  <a:lnTo>
                    <a:pt x="52" y="28"/>
                  </a:lnTo>
                  <a:lnTo>
                    <a:pt x="31" y="2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70" y="0"/>
                  </a:lnTo>
                  <a:lnTo>
                    <a:pt x="411" y="3"/>
                  </a:lnTo>
                  <a:lnTo>
                    <a:pt x="453" y="7"/>
                  </a:lnTo>
                  <a:lnTo>
                    <a:pt x="497" y="14"/>
                  </a:lnTo>
                  <a:lnTo>
                    <a:pt x="539" y="22"/>
                  </a:lnTo>
                  <a:lnTo>
                    <a:pt x="580" y="34"/>
                  </a:lnTo>
                  <a:lnTo>
                    <a:pt x="621" y="49"/>
                  </a:lnTo>
                  <a:lnTo>
                    <a:pt x="659" y="66"/>
                  </a:lnTo>
                  <a:lnTo>
                    <a:pt x="694" y="89"/>
                  </a:lnTo>
                  <a:lnTo>
                    <a:pt x="726" y="114"/>
                  </a:lnTo>
                  <a:lnTo>
                    <a:pt x="756" y="143"/>
                  </a:lnTo>
                  <a:lnTo>
                    <a:pt x="780" y="179"/>
                  </a:lnTo>
                  <a:lnTo>
                    <a:pt x="801" y="218"/>
                  </a:lnTo>
                  <a:lnTo>
                    <a:pt x="819" y="260"/>
                  </a:lnTo>
                  <a:lnTo>
                    <a:pt x="833" y="304"/>
                  </a:lnTo>
                  <a:lnTo>
                    <a:pt x="842" y="352"/>
                  </a:lnTo>
                  <a:lnTo>
                    <a:pt x="844" y="401"/>
                  </a:lnTo>
                  <a:lnTo>
                    <a:pt x="842" y="456"/>
                  </a:lnTo>
                  <a:lnTo>
                    <a:pt x="833" y="508"/>
                  </a:lnTo>
                  <a:lnTo>
                    <a:pt x="819" y="556"/>
                  </a:lnTo>
                  <a:lnTo>
                    <a:pt x="799" y="603"/>
                  </a:lnTo>
                  <a:lnTo>
                    <a:pt x="773" y="645"/>
                  </a:lnTo>
                  <a:lnTo>
                    <a:pt x="742" y="684"/>
                  </a:lnTo>
                  <a:lnTo>
                    <a:pt x="709" y="714"/>
                  </a:lnTo>
                  <a:lnTo>
                    <a:pt x="673" y="739"/>
                  </a:lnTo>
                  <a:lnTo>
                    <a:pt x="629" y="762"/>
                  </a:lnTo>
                  <a:lnTo>
                    <a:pt x="583" y="779"/>
                  </a:lnTo>
                  <a:lnTo>
                    <a:pt x="532" y="793"/>
                  </a:lnTo>
                  <a:lnTo>
                    <a:pt x="479" y="802"/>
                  </a:lnTo>
                  <a:lnTo>
                    <a:pt x="421" y="810"/>
                  </a:lnTo>
                  <a:lnTo>
                    <a:pt x="363" y="811"/>
                  </a:lnTo>
                  <a:lnTo>
                    <a:pt x="0" y="811"/>
                  </a:lnTo>
                  <a:close/>
                  <a:moveTo>
                    <a:pt x="359" y="769"/>
                  </a:moveTo>
                  <a:lnTo>
                    <a:pt x="400" y="767"/>
                  </a:lnTo>
                  <a:lnTo>
                    <a:pt x="441" y="760"/>
                  </a:lnTo>
                  <a:lnTo>
                    <a:pt x="481" y="750"/>
                  </a:lnTo>
                  <a:lnTo>
                    <a:pt x="519" y="736"/>
                  </a:lnTo>
                  <a:lnTo>
                    <a:pt x="557" y="719"/>
                  </a:lnTo>
                  <a:lnTo>
                    <a:pt x="590" y="697"/>
                  </a:lnTo>
                  <a:lnTo>
                    <a:pt x="619" y="672"/>
                  </a:lnTo>
                  <a:lnTo>
                    <a:pt x="647" y="638"/>
                  </a:lnTo>
                  <a:lnTo>
                    <a:pt x="670" y="600"/>
                  </a:lnTo>
                  <a:lnTo>
                    <a:pt x="688" y="557"/>
                  </a:lnTo>
                  <a:lnTo>
                    <a:pt x="701" y="512"/>
                  </a:lnTo>
                  <a:lnTo>
                    <a:pt x="709" y="463"/>
                  </a:lnTo>
                  <a:lnTo>
                    <a:pt x="712" y="410"/>
                  </a:lnTo>
                  <a:lnTo>
                    <a:pt x="709" y="363"/>
                  </a:lnTo>
                  <a:lnTo>
                    <a:pt x="701" y="319"/>
                  </a:lnTo>
                  <a:lnTo>
                    <a:pt x="690" y="279"/>
                  </a:lnTo>
                  <a:lnTo>
                    <a:pt x="673" y="241"/>
                  </a:lnTo>
                  <a:lnTo>
                    <a:pt x="653" y="205"/>
                  </a:lnTo>
                  <a:lnTo>
                    <a:pt x="629" y="173"/>
                  </a:lnTo>
                  <a:lnTo>
                    <a:pt x="604" y="145"/>
                  </a:lnTo>
                  <a:lnTo>
                    <a:pt x="576" y="120"/>
                  </a:lnTo>
                  <a:lnTo>
                    <a:pt x="545" y="98"/>
                  </a:lnTo>
                  <a:lnTo>
                    <a:pt x="511" y="82"/>
                  </a:lnTo>
                  <a:lnTo>
                    <a:pt x="474" y="69"/>
                  </a:lnTo>
                  <a:lnTo>
                    <a:pt x="436" y="59"/>
                  </a:lnTo>
                  <a:lnTo>
                    <a:pt x="395" y="52"/>
                  </a:lnTo>
                  <a:lnTo>
                    <a:pt x="355" y="48"/>
                  </a:lnTo>
                  <a:lnTo>
                    <a:pt x="342" y="46"/>
                  </a:lnTo>
                  <a:lnTo>
                    <a:pt x="294" y="46"/>
                  </a:lnTo>
                  <a:lnTo>
                    <a:pt x="279" y="49"/>
                  </a:lnTo>
                  <a:lnTo>
                    <a:pt x="265" y="55"/>
                  </a:lnTo>
                  <a:lnTo>
                    <a:pt x="252" y="62"/>
                  </a:lnTo>
                  <a:lnTo>
                    <a:pt x="245" y="72"/>
                  </a:lnTo>
                  <a:lnTo>
                    <a:pt x="241" y="84"/>
                  </a:lnTo>
                  <a:lnTo>
                    <a:pt x="241" y="715"/>
                  </a:lnTo>
                  <a:lnTo>
                    <a:pt x="245" y="738"/>
                  </a:lnTo>
                  <a:lnTo>
                    <a:pt x="251" y="752"/>
                  </a:lnTo>
                  <a:lnTo>
                    <a:pt x="259" y="762"/>
                  </a:lnTo>
                  <a:lnTo>
                    <a:pt x="272" y="767"/>
                  </a:lnTo>
                  <a:lnTo>
                    <a:pt x="289" y="770"/>
                  </a:lnTo>
                  <a:lnTo>
                    <a:pt x="308" y="770"/>
                  </a:lnTo>
                  <a:lnTo>
                    <a:pt x="331" y="769"/>
                  </a:lnTo>
                  <a:lnTo>
                    <a:pt x="359" y="76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3" name="Freeform 207"/>
            <p:cNvSpPr>
              <a:spLocks/>
            </p:cNvSpPr>
            <p:nvPr/>
          </p:nvSpPr>
          <p:spPr bwMode="auto">
            <a:xfrm>
              <a:off x="610027" y="1249351"/>
              <a:ext cx="74402" cy="93691"/>
            </a:xfrm>
            <a:custGeom>
              <a:avLst/>
              <a:gdLst/>
              <a:ahLst/>
              <a:cxnLst>
                <a:cxn ang="0">
                  <a:pos x="59" y="187"/>
                </a:cxn>
                <a:cxn ang="0">
                  <a:pos x="59" y="16"/>
                </a:cxn>
                <a:cxn ang="0">
                  <a:pos x="0" y="16"/>
                </a:cxn>
                <a:cxn ang="0">
                  <a:pos x="0" y="0"/>
                </a:cxn>
                <a:cxn ang="0">
                  <a:pos x="135" y="0"/>
                </a:cxn>
                <a:cxn ang="0">
                  <a:pos x="135" y="16"/>
                </a:cxn>
                <a:cxn ang="0">
                  <a:pos x="76" y="16"/>
                </a:cxn>
                <a:cxn ang="0">
                  <a:pos x="76" y="187"/>
                </a:cxn>
                <a:cxn ang="0">
                  <a:pos x="59" y="187"/>
                </a:cxn>
              </a:cxnLst>
              <a:rect l="0" t="0" r="r" b="b"/>
              <a:pathLst>
                <a:path w="135" h="187">
                  <a:moveTo>
                    <a:pt x="59" y="187"/>
                  </a:moveTo>
                  <a:lnTo>
                    <a:pt x="59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35" y="0"/>
                  </a:lnTo>
                  <a:lnTo>
                    <a:pt x="135" y="16"/>
                  </a:lnTo>
                  <a:lnTo>
                    <a:pt x="76" y="16"/>
                  </a:lnTo>
                  <a:lnTo>
                    <a:pt x="76" y="187"/>
                  </a:lnTo>
                  <a:lnTo>
                    <a:pt x="59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4" name="Freeform 208"/>
            <p:cNvSpPr>
              <a:spLocks noEditPoints="1"/>
            </p:cNvSpPr>
            <p:nvPr/>
          </p:nvSpPr>
          <p:spPr bwMode="auto">
            <a:xfrm>
              <a:off x="682224" y="1273400"/>
              <a:ext cx="64482" cy="72147"/>
            </a:xfrm>
            <a:custGeom>
              <a:avLst/>
              <a:gdLst/>
              <a:ahLst/>
              <a:cxnLst>
                <a:cxn ang="0">
                  <a:pos x="16" y="75"/>
                </a:cxn>
                <a:cxn ang="0">
                  <a:pos x="16" y="76"/>
                </a:cxn>
                <a:cxn ang="0">
                  <a:pos x="17" y="92"/>
                </a:cxn>
                <a:cxn ang="0">
                  <a:pos x="21" y="104"/>
                </a:cxn>
                <a:cxn ang="0">
                  <a:pos x="27" y="116"/>
                </a:cxn>
                <a:cxn ang="0">
                  <a:pos x="37" y="124"/>
                </a:cxn>
                <a:cxn ang="0">
                  <a:pos x="47" y="128"/>
                </a:cxn>
                <a:cxn ang="0">
                  <a:pos x="59" y="130"/>
                </a:cxn>
                <a:cxn ang="0">
                  <a:pos x="75" y="128"/>
                </a:cxn>
                <a:cxn ang="0">
                  <a:pos x="86" y="121"/>
                </a:cxn>
                <a:cxn ang="0">
                  <a:pos x="94" y="111"/>
                </a:cxn>
                <a:cxn ang="0">
                  <a:pos x="100" y="99"/>
                </a:cxn>
                <a:cxn ang="0">
                  <a:pos x="116" y="99"/>
                </a:cxn>
                <a:cxn ang="0">
                  <a:pos x="110" y="117"/>
                </a:cxn>
                <a:cxn ang="0">
                  <a:pos x="97" y="131"/>
                </a:cxn>
                <a:cxn ang="0">
                  <a:pos x="80" y="141"/>
                </a:cxn>
                <a:cxn ang="0">
                  <a:pos x="59" y="144"/>
                </a:cxn>
                <a:cxn ang="0">
                  <a:pos x="42" y="142"/>
                </a:cxn>
                <a:cxn ang="0">
                  <a:pos x="27" y="135"/>
                </a:cxn>
                <a:cxn ang="0">
                  <a:pos x="16" y="125"/>
                </a:cxn>
                <a:cxn ang="0">
                  <a:pos x="7" y="111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6" y="20"/>
                </a:cxn>
                <a:cxn ang="0">
                  <a:pos x="27" y="9"/>
                </a:cxn>
                <a:cxn ang="0">
                  <a:pos x="42" y="3"/>
                </a:cxn>
                <a:cxn ang="0">
                  <a:pos x="59" y="0"/>
                </a:cxn>
                <a:cxn ang="0">
                  <a:pos x="76" y="3"/>
                </a:cxn>
                <a:cxn ang="0">
                  <a:pos x="90" y="9"/>
                </a:cxn>
                <a:cxn ang="0">
                  <a:pos x="101" y="18"/>
                </a:cxn>
                <a:cxn ang="0">
                  <a:pos x="110" y="32"/>
                </a:cxn>
                <a:cxn ang="0">
                  <a:pos x="116" y="49"/>
                </a:cxn>
                <a:cxn ang="0">
                  <a:pos x="117" y="70"/>
                </a:cxn>
                <a:cxn ang="0">
                  <a:pos x="117" y="75"/>
                </a:cxn>
                <a:cxn ang="0">
                  <a:pos x="16" y="75"/>
                </a:cxn>
                <a:cxn ang="0">
                  <a:pos x="16" y="62"/>
                </a:cxn>
                <a:cxn ang="0">
                  <a:pos x="101" y="62"/>
                </a:cxn>
                <a:cxn ang="0">
                  <a:pos x="97" y="42"/>
                </a:cxn>
                <a:cxn ang="0">
                  <a:pos x="89" y="27"/>
                </a:cxn>
                <a:cxn ang="0">
                  <a:pos x="76" y="17"/>
                </a:cxn>
                <a:cxn ang="0">
                  <a:pos x="59" y="14"/>
                </a:cxn>
                <a:cxn ang="0">
                  <a:pos x="42" y="17"/>
                </a:cxn>
                <a:cxn ang="0">
                  <a:pos x="28" y="27"/>
                </a:cxn>
                <a:cxn ang="0">
                  <a:pos x="20" y="42"/>
                </a:cxn>
                <a:cxn ang="0">
                  <a:pos x="16" y="62"/>
                </a:cxn>
              </a:cxnLst>
              <a:rect l="0" t="0" r="r" b="b"/>
              <a:pathLst>
                <a:path w="117" h="144">
                  <a:moveTo>
                    <a:pt x="16" y="75"/>
                  </a:moveTo>
                  <a:lnTo>
                    <a:pt x="16" y="76"/>
                  </a:lnTo>
                  <a:lnTo>
                    <a:pt x="17" y="92"/>
                  </a:lnTo>
                  <a:lnTo>
                    <a:pt x="21" y="104"/>
                  </a:lnTo>
                  <a:lnTo>
                    <a:pt x="27" y="116"/>
                  </a:lnTo>
                  <a:lnTo>
                    <a:pt x="37" y="124"/>
                  </a:lnTo>
                  <a:lnTo>
                    <a:pt x="47" y="128"/>
                  </a:lnTo>
                  <a:lnTo>
                    <a:pt x="59" y="130"/>
                  </a:lnTo>
                  <a:lnTo>
                    <a:pt x="75" y="128"/>
                  </a:lnTo>
                  <a:lnTo>
                    <a:pt x="86" y="121"/>
                  </a:lnTo>
                  <a:lnTo>
                    <a:pt x="94" y="111"/>
                  </a:lnTo>
                  <a:lnTo>
                    <a:pt x="100" y="99"/>
                  </a:lnTo>
                  <a:lnTo>
                    <a:pt x="116" y="99"/>
                  </a:lnTo>
                  <a:lnTo>
                    <a:pt x="110" y="117"/>
                  </a:lnTo>
                  <a:lnTo>
                    <a:pt x="97" y="131"/>
                  </a:lnTo>
                  <a:lnTo>
                    <a:pt x="80" y="141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7" y="135"/>
                  </a:lnTo>
                  <a:lnTo>
                    <a:pt x="16" y="125"/>
                  </a:lnTo>
                  <a:lnTo>
                    <a:pt x="7" y="111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6" y="20"/>
                  </a:lnTo>
                  <a:lnTo>
                    <a:pt x="27" y="9"/>
                  </a:lnTo>
                  <a:lnTo>
                    <a:pt x="42" y="3"/>
                  </a:lnTo>
                  <a:lnTo>
                    <a:pt x="59" y="0"/>
                  </a:lnTo>
                  <a:lnTo>
                    <a:pt x="76" y="3"/>
                  </a:lnTo>
                  <a:lnTo>
                    <a:pt x="90" y="9"/>
                  </a:lnTo>
                  <a:lnTo>
                    <a:pt x="101" y="18"/>
                  </a:lnTo>
                  <a:lnTo>
                    <a:pt x="110" y="32"/>
                  </a:lnTo>
                  <a:lnTo>
                    <a:pt x="116" y="49"/>
                  </a:lnTo>
                  <a:lnTo>
                    <a:pt x="117" y="70"/>
                  </a:lnTo>
                  <a:lnTo>
                    <a:pt x="117" y="75"/>
                  </a:lnTo>
                  <a:lnTo>
                    <a:pt x="16" y="75"/>
                  </a:lnTo>
                  <a:close/>
                  <a:moveTo>
                    <a:pt x="16" y="62"/>
                  </a:moveTo>
                  <a:lnTo>
                    <a:pt x="101" y="62"/>
                  </a:lnTo>
                  <a:lnTo>
                    <a:pt x="97" y="42"/>
                  </a:lnTo>
                  <a:lnTo>
                    <a:pt x="89" y="27"/>
                  </a:lnTo>
                  <a:lnTo>
                    <a:pt x="76" y="17"/>
                  </a:lnTo>
                  <a:lnTo>
                    <a:pt x="59" y="14"/>
                  </a:lnTo>
                  <a:lnTo>
                    <a:pt x="42" y="17"/>
                  </a:lnTo>
                  <a:lnTo>
                    <a:pt x="28" y="27"/>
                  </a:lnTo>
                  <a:lnTo>
                    <a:pt x="20" y="42"/>
                  </a:lnTo>
                  <a:lnTo>
                    <a:pt x="16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5" name="Freeform 209"/>
            <p:cNvSpPr>
              <a:spLocks/>
            </p:cNvSpPr>
            <p:nvPr/>
          </p:nvSpPr>
          <p:spPr bwMode="auto">
            <a:xfrm>
              <a:off x="768200" y="1273400"/>
              <a:ext cx="63930" cy="72147"/>
            </a:xfrm>
            <a:custGeom>
              <a:avLst/>
              <a:gdLst/>
              <a:ahLst/>
              <a:cxnLst>
                <a:cxn ang="0">
                  <a:pos x="100" y="93"/>
                </a:cxn>
                <a:cxn ang="0">
                  <a:pos x="116" y="93"/>
                </a:cxn>
                <a:cxn ang="0">
                  <a:pos x="113" y="107"/>
                </a:cxn>
                <a:cxn ang="0">
                  <a:pos x="107" y="120"/>
                </a:cxn>
                <a:cxn ang="0">
                  <a:pos x="99" y="130"/>
                </a:cxn>
                <a:cxn ang="0">
                  <a:pos x="81" y="141"/>
                </a:cxn>
                <a:cxn ang="0">
                  <a:pos x="59" y="144"/>
                </a:cxn>
                <a:cxn ang="0">
                  <a:pos x="43" y="141"/>
                </a:cxn>
                <a:cxn ang="0">
                  <a:pos x="27" y="135"/>
                </a:cxn>
                <a:cxn ang="0">
                  <a:pos x="16" y="124"/>
                </a:cxn>
                <a:cxn ang="0">
                  <a:pos x="7" y="110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6" y="20"/>
                </a:cxn>
                <a:cxn ang="0">
                  <a:pos x="28" y="9"/>
                </a:cxn>
                <a:cxn ang="0">
                  <a:pos x="43" y="3"/>
                </a:cxn>
                <a:cxn ang="0">
                  <a:pos x="59" y="0"/>
                </a:cxn>
                <a:cxn ang="0">
                  <a:pos x="74" y="1"/>
                </a:cxn>
                <a:cxn ang="0">
                  <a:pos x="86" y="6"/>
                </a:cxn>
                <a:cxn ang="0">
                  <a:pos x="97" y="14"/>
                </a:cxn>
                <a:cxn ang="0">
                  <a:pos x="106" y="24"/>
                </a:cxn>
                <a:cxn ang="0">
                  <a:pos x="112" y="35"/>
                </a:cxn>
                <a:cxn ang="0">
                  <a:pos x="113" y="48"/>
                </a:cxn>
                <a:cxn ang="0">
                  <a:pos x="99" y="48"/>
                </a:cxn>
                <a:cxn ang="0">
                  <a:pos x="95" y="34"/>
                </a:cxn>
                <a:cxn ang="0">
                  <a:pos x="86" y="24"/>
                </a:cxn>
                <a:cxn ang="0">
                  <a:pos x="75" y="17"/>
                </a:cxn>
                <a:cxn ang="0">
                  <a:pos x="59" y="14"/>
                </a:cxn>
                <a:cxn ang="0">
                  <a:pos x="47" y="16"/>
                </a:cxn>
                <a:cxn ang="0">
                  <a:pos x="37" y="21"/>
                </a:cxn>
                <a:cxn ang="0">
                  <a:pos x="28" y="30"/>
                </a:cxn>
                <a:cxn ang="0">
                  <a:pos x="21" y="41"/>
                </a:cxn>
                <a:cxn ang="0">
                  <a:pos x="17" y="55"/>
                </a:cxn>
                <a:cxn ang="0">
                  <a:pos x="16" y="72"/>
                </a:cxn>
                <a:cxn ang="0">
                  <a:pos x="17" y="89"/>
                </a:cxn>
                <a:cxn ang="0">
                  <a:pos x="21" y="103"/>
                </a:cxn>
                <a:cxn ang="0">
                  <a:pos x="28" y="114"/>
                </a:cxn>
                <a:cxn ang="0">
                  <a:pos x="37" y="123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5" y="127"/>
                </a:cxn>
                <a:cxn ang="0">
                  <a:pos x="86" y="120"/>
                </a:cxn>
                <a:cxn ang="0">
                  <a:pos x="95" y="108"/>
                </a:cxn>
                <a:cxn ang="0">
                  <a:pos x="100" y="93"/>
                </a:cxn>
              </a:cxnLst>
              <a:rect l="0" t="0" r="r" b="b"/>
              <a:pathLst>
                <a:path w="116" h="144">
                  <a:moveTo>
                    <a:pt x="100" y="93"/>
                  </a:moveTo>
                  <a:lnTo>
                    <a:pt x="116" y="93"/>
                  </a:lnTo>
                  <a:lnTo>
                    <a:pt x="113" y="107"/>
                  </a:lnTo>
                  <a:lnTo>
                    <a:pt x="107" y="120"/>
                  </a:lnTo>
                  <a:lnTo>
                    <a:pt x="99" y="130"/>
                  </a:lnTo>
                  <a:lnTo>
                    <a:pt x="81" y="141"/>
                  </a:lnTo>
                  <a:lnTo>
                    <a:pt x="59" y="144"/>
                  </a:lnTo>
                  <a:lnTo>
                    <a:pt x="43" y="141"/>
                  </a:lnTo>
                  <a:lnTo>
                    <a:pt x="27" y="135"/>
                  </a:lnTo>
                  <a:lnTo>
                    <a:pt x="16" y="124"/>
                  </a:lnTo>
                  <a:lnTo>
                    <a:pt x="7" y="110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6" y="20"/>
                  </a:lnTo>
                  <a:lnTo>
                    <a:pt x="28" y="9"/>
                  </a:lnTo>
                  <a:lnTo>
                    <a:pt x="43" y="3"/>
                  </a:lnTo>
                  <a:lnTo>
                    <a:pt x="59" y="0"/>
                  </a:lnTo>
                  <a:lnTo>
                    <a:pt x="74" y="1"/>
                  </a:lnTo>
                  <a:lnTo>
                    <a:pt x="86" y="6"/>
                  </a:lnTo>
                  <a:lnTo>
                    <a:pt x="97" y="14"/>
                  </a:lnTo>
                  <a:lnTo>
                    <a:pt x="106" y="24"/>
                  </a:lnTo>
                  <a:lnTo>
                    <a:pt x="112" y="35"/>
                  </a:lnTo>
                  <a:lnTo>
                    <a:pt x="113" y="48"/>
                  </a:lnTo>
                  <a:lnTo>
                    <a:pt x="99" y="48"/>
                  </a:lnTo>
                  <a:lnTo>
                    <a:pt x="95" y="34"/>
                  </a:lnTo>
                  <a:lnTo>
                    <a:pt x="86" y="24"/>
                  </a:lnTo>
                  <a:lnTo>
                    <a:pt x="75" y="17"/>
                  </a:lnTo>
                  <a:lnTo>
                    <a:pt x="59" y="14"/>
                  </a:lnTo>
                  <a:lnTo>
                    <a:pt x="47" y="16"/>
                  </a:lnTo>
                  <a:lnTo>
                    <a:pt x="37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7" y="55"/>
                  </a:lnTo>
                  <a:lnTo>
                    <a:pt x="16" y="72"/>
                  </a:lnTo>
                  <a:lnTo>
                    <a:pt x="17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7" y="123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5" y="127"/>
                  </a:lnTo>
                  <a:lnTo>
                    <a:pt x="86" y="120"/>
                  </a:lnTo>
                  <a:lnTo>
                    <a:pt x="95" y="108"/>
                  </a:lnTo>
                  <a:lnTo>
                    <a:pt x="100" y="9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6" name="Freeform 210"/>
            <p:cNvSpPr>
              <a:spLocks/>
            </p:cNvSpPr>
            <p:nvPr/>
          </p:nvSpPr>
          <p:spPr bwMode="auto">
            <a:xfrm>
              <a:off x="855829" y="1249351"/>
              <a:ext cx="58970" cy="93691"/>
            </a:xfrm>
            <a:custGeom>
              <a:avLst/>
              <a:gdLst/>
              <a:ahLst/>
              <a:cxnLst>
                <a:cxn ang="0">
                  <a:pos x="0" y="187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16" y="73"/>
                </a:cxn>
                <a:cxn ang="0">
                  <a:pos x="27" y="59"/>
                </a:cxn>
                <a:cxn ang="0">
                  <a:pos x="34" y="55"/>
                </a:cxn>
                <a:cxn ang="0">
                  <a:pos x="47" y="49"/>
                </a:cxn>
                <a:cxn ang="0">
                  <a:pos x="61" y="48"/>
                </a:cxn>
                <a:cxn ang="0">
                  <a:pos x="74" y="49"/>
                </a:cxn>
                <a:cxn ang="0">
                  <a:pos x="85" y="54"/>
                </a:cxn>
                <a:cxn ang="0">
                  <a:pos x="90" y="57"/>
                </a:cxn>
                <a:cxn ang="0">
                  <a:pos x="95" y="59"/>
                </a:cxn>
                <a:cxn ang="0">
                  <a:pos x="99" y="64"/>
                </a:cxn>
                <a:cxn ang="0">
                  <a:pos x="102" y="68"/>
                </a:cxn>
                <a:cxn ang="0">
                  <a:pos x="103" y="73"/>
                </a:cxn>
                <a:cxn ang="0">
                  <a:pos x="106" y="80"/>
                </a:cxn>
                <a:cxn ang="0">
                  <a:pos x="106" y="90"/>
                </a:cxn>
                <a:cxn ang="0">
                  <a:pos x="107" y="106"/>
                </a:cxn>
                <a:cxn ang="0">
                  <a:pos x="107" y="187"/>
                </a:cxn>
                <a:cxn ang="0">
                  <a:pos x="90" y="187"/>
                </a:cxn>
                <a:cxn ang="0">
                  <a:pos x="90" y="106"/>
                </a:cxn>
                <a:cxn ang="0">
                  <a:pos x="89" y="90"/>
                </a:cxn>
                <a:cxn ang="0">
                  <a:pos x="88" y="79"/>
                </a:cxn>
                <a:cxn ang="0">
                  <a:pos x="83" y="72"/>
                </a:cxn>
                <a:cxn ang="0">
                  <a:pos x="78" y="68"/>
                </a:cxn>
                <a:cxn ang="0">
                  <a:pos x="69" y="65"/>
                </a:cxn>
                <a:cxn ang="0">
                  <a:pos x="58" y="64"/>
                </a:cxn>
                <a:cxn ang="0">
                  <a:pos x="45" y="65"/>
                </a:cxn>
                <a:cxn ang="0">
                  <a:pos x="36" y="68"/>
                </a:cxn>
                <a:cxn ang="0">
                  <a:pos x="27" y="75"/>
                </a:cxn>
                <a:cxn ang="0">
                  <a:pos x="19" y="89"/>
                </a:cxn>
                <a:cxn ang="0">
                  <a:pos x="16" y="107"/>
                </a:cxn>
                <a:cxn ang="0">
                  <a:pos x="16" y="187"/>
                </a:cxn>
                <a:cxn ang="0">
                  <a:pos x="0" y="187"/>
                </a:cxn>
              </a:cxnLst>
              <a:rect l="0" t="0" r="r" b="b"/>
              <a:pathLst>
                <a:path w="107" h="187">
                  <a:moveTo>
                    <a:pt x="0" y="1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16" y="73"/>
                  </a:lnTo>
                  <a:lnTo>
                    <a:pt x="27" y="59"/>
                  </a:lnTo>
                  <a:lnTo>
                    <a:pt x="34" y="55"/>
                  </a:lnTo>
                  <a:lnTo>
                    <a:pt x="47" y="49"/>
                  </a:lnTo>
                  <a:lnTo>
                    <a:pt x="61" y="48"/>
                  </a:lnTo>
                  <a:lnTo>
                    <a:pt x="74" y="49"/>
                  </a:lnTo>
                  <a:lnTo>
                    <a:pt x="85" y="54"/>
                  </a:lnTo>
                  <a:lnTo>
                    <a:pt x="90" y="57"/>
                  </a:lnTo>
                  <a:lnTo>
                    <a:pt x="95" y="59"/>
                  </a:lnTo>
                  <a:lnTo>
                    <a:pt x="99" y="64"/>
                  </a:lnTo>
                  <a:lnTo>
                    <a:pt x="102" y="68"/>
                  </a:lnTo>
                  <a:lnTo>
                    <a:pt x="103" y="73"/>
                  </a:lnTo>
                  <a:lnTo>
                    <a:pt x="106" y="80"/>
                  </a:lnTo>
                  <a:lnTo>
                    <a:pt x="106" y="90"/>
                  </a:lnTo>
                  <a:lnTo>
                    <a:pt x="107" y="106"/>
                  </a:lnTo>
                  <a:lnTo>
                    <a:pt x="107" y="187"/>
                  </a:lnTo>
                  <a:lnTo>
                    <a:pt x="90" y="187"/>
                  </a:lnTo>
                  <a:lnTo>
                    <a:pt x="90" y="106"/>
                  </a:lnTo>
                  <a:lnTo>
                    <a:pt x="89" y="90"/>
                  </a:lnTo>
                  <a:lnTo>
                    <a:pt x="88" y="79"/>
                  </a:lnTo>
                  <a:lnTo>
                    <a:pt x="83" y="72"/>
                  </a:lnTo>
                  <a:lnTo>
                    <a:pt x="78" y="68"/>
                  </a:lnTo>
                  <a:lnTo>
                    <a:pt x="69" y="65"/>
                  </a:lnTo>
                  <a:lnTo>
                    <a:pt x="58" y="64"/>
                  </a:lnTo>
                  <a:lnTo>
                    <a:pt x="45" y="65"/>
                  </a:lnTo>
                  <a:lnTo>
                    <a:pt x="36" y="68"/>
                  </a:lnTo>
                  <a:lnTo>
                    <a:pt x="27" y="75"/>
                  </a:lnTo>
                  <a:lnTo>
                    <a:pt x="19" y="89"/>
                  </a:lnTo>
                  <a:lnTo>
                    <a:pt x="16" y="107"/>
                  </a:lnTo>
                  <a:lnTo>
                    <a:pt x="16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7" name="Freeform 211"/>
            <p:cNvSpPr>
              <a:spLocks/>
            </p:cNvSpPr>
            <p:nvPr/>
          </p:nvSpPr>
          <p:spPr bwMode="auto">
            <a:xfrm>
              <a:off x="943457" y="1273400"/>
              <a:ext cx="58419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4" y="4"/>
                </a:cxn>
                <a:cxn ang="0">
                  <a:pos x="14" y="25"/>
                </a:cxn>
                <a:cxn ang="0">
                  <a:pos x="19" y="20"/>
                </a:cxn>
                <a:cxn ang="0">
                  <a:pos x="29" y="10"/>
                </a:cxn>
                <a:cxn ang="0">
                  <a:pos x="45" y="1"/>
                </a:cxn>
                <a:cxn ang="0">
                  <a:pos x="60" y="0"/>
                </a:cxn>
                <a:cxn ang="0">
                  <a:pos x="74" y="1"/>
                </a:cxn>
                <a:cxn ang="0">
                  <a:pos x="85" y="6"/>
                </a:cxn>
                <a:cxn ang="0">
                  <a:pos x="90" y="9"/>
                </a:cxn>
                <a:cxn ang="0">
                  <a:pos x="95" y="11"/>
                </a:cxn>
                <a:cxn ang="0">
                  <a:pos x="100" y="20"/>
                </a:cxn>
                <a:cxn ang="0">
                  <a:pos x="103" y="23"/>
                </a:cxn>
                <a:cxn ang="0">
                  <a:pos x="105" y="27"/>
                </a:cxn>
                <a:cxn ang="0">
                  <a:pos x="105" y="31"/>
                </a:cxn>
                <a:cxn ang="0">
                  <a:pos x="106" y="41"/>
                </a:cxn>
                <a:cxn ang="0">
                  <a:pos x="106" y="139"/>
                </a:cxn>
                <a:cxn ang="0">
                  <a:pos x="90" y="139"/>
                </a:cxn>
                <a:cxn ang="0">
                  <a:pos x="90" y="56"/>
                </a:cxn>
                <a:cxn ang="0">
                  <a:pos x="89" y="42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72" y="18"/>
                </a:cxn>
                <a:cxn ang="0">
                  <a:pos x="57" y="16"/>
                </a:cxn>
                <a:cxn ang="0">
                  <a:pos x="45" y="17"/>
                </a:cxn>
                <a:cxn ang="0">
                  <a:pos x="36" y="20"/>
                </a:cxn>
                <a:cxn ang="0">
                  <a:pos x="27" y="27"/>
                </a:cxn>
                <a:cxn ang="0">
                  <a:pos x="19" y="41"/>
                </a:cxn>
                <a:cxn ang="0">
                  <a:pos x="16" y="59"/>
                </a:cxn>
                <a:cxn ang="0">
                  <a:pos x="16" y="139"/>
                </a:cxn>
                <a:cxn ang="0">
                  <a:pos x="0" y="139"/>
                </a:cxn>
              </a:cxnLst>
              <a:rect l="0" t="0" r="r" b="b"/>
              <a:pathLst>
                <a:path w="106" h="139">
                  <a:moveTo>
                    <a:pt x="0" y="139"/>
                  </a:moveTo>
                  <a:lnTo>
                    <a:pt x="0" y="4"/>
                  </a:lnTo>
                  <a:lnTo>
                    <a:pt x="14" y="4"/>
                  </a:lnTo>
                  <a:lnTo>
                    <a:pt x="14" y="25"/>
                  </a:lnTo>
                  <a:lnTo>
                    <a:pt x="19" y="20"/>
                  </a:lnTo>
                  <a:lnTo>
                    <a:pt x="29" y="10"/>
                  </a:lnTo>
                  <a:lnTo>
                    <a:pt x="45" y="1"/>
                  </a:lnTo>
                  <a:lnTo>
                    <a:pt x="60" y="0"/>
                  </a:lnTo>
                  <a:lnTo>
                    <a:pt x="74" y="1"/>
                  </a:lnTo>
                  <a:lnTo>
                    <a:pt x="85" y="6"/>
                  </a:lnTo>
                  <a:lnTo>
                    <a:pt x="90" y="9"/>
                  </a:lnTo>
                  <a:lnTo>
                    <a:pt x="95" y="11"/>
                  </a:lnTo>
                  <a:lnTo>
                    <a:pt x="100" y="20"/>
                  </a:lnTo>
                  <a:lnTo>
                    <a:pt x="103" y="23"/>
                  </a:lnTo>
                  <a:lnTo>
                    <a:pt x="105" y="27"/>
                  </a:lnTo>
                  <a:lnTo>
                    <a:pt x="105" y="31"/>
                  </a:lnTo>
                  <a:lnTo>
                    <a:pt x="106" y="41"/>
                  </a:lnTo>
                  <a:lnTo>
                    <a:pt x="106" y="139"/>
                  </a:lnTo>
                  <a:lnTo>
                    <a:pt x="90" y="139"/>
                  </a:lnTo>
                  <a:lnTo>
                    <a:pt x="90" y="56"/>
                  </a:lnTo>
                  <a:lnTo>
                    <a:pt x="89" y="42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72" y="18"/>
                  </a:lnTo>
                  <a:lnTo>
                    <a:pt x="57" y="16"/>
                  </a:lnTo>
                  <a:lnTo>
                    <a:pt x="45" y="17"/>
                  </a:lnTo>
                  <a:lnTo>
                    <a:pt x="36" y="20"/>
                  </a:lnTo>
                  <a:lnTo>
                    <a:pt x="27" y="27"/>
                  </a:lnTo>
                  <a:lnTo>
                    <a:pt x="19" y="41"/>
                  </a:lnTo>
                  <a:lnTo>
                    <a:pt x="16" y="59"/>
                  </a:lnTo>
                  <a:lnTo>
                    <a:pt x="16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8" name="Freeform 212"/>
            <p:cNvSpPr>
              <a:spLocks noEditPoints="1"/>
            </p:cNvSpPr>
            <p:nvPr/>
          </p:nvSpPr>
          <p:spPr bwMode="auto">
            <a:xfrm>
              <a:off x="1026677" y="1273400"/>
              <a:ext cx="68891" cy="72147"/>
            </a:xfrm>
            <a:custGeom>
              <a:avLst/>
              <a:gdLst/>
              <a:ahLst/>
              <a:cxnLst>
                <a:cxn ang="0">
                  <a:pos x="17" y="72"/>
                </a:cxn>
                <a:cxn ang="0">
                  <a:pos x="18" y="89"/>
                </a:cxn>
                <a:cxn ang="0">
                  <a:pos x="22" y="103"/>
                </a:cxn>
                <a:cxn ang="0">
                  <a:pos x="30" y="114"/>
                </a:cxn>
                <a:cxn ang="0">
                  <a:pos x="38" y="123"/>
                </a:cxn>
                <a:cxn ang="0">
                  <a:pos x="49" y="128"/>
                </a:cxn>
                <a:cxn ang="0">
                  <a:pos x="63" y="130"/>
                </a:cxn>
                <a:cxn ang="0">
                  <a:pos x="76" y="128"/>
                </a:cxn>
                <a:cxn ang="0">
                  <a:pos x="87" y="124"/>
                </a:cxn>
                <a:cxn ang="0">
                  <a:pos x="97" y="116"/>
                </a:cxn>
                <a:cxn ang="0">
                  <a:pos x="104" y="103"/>
                </a:cxn>
                <a:cxn ang="0">
                  <a:pos x="107" y="89"/>
                </a:cxn>
                <a:cxn ang="0">
                  <a:pos x="108" y="72"/>
                </a:cxn>
                <a:cxn ang="0">
                  <a:pos x="107" y="55"/>
                </a:cxn>
                <a:cxn ang="0">
                  <a:pos x="104" y="41"/>
                </a:cxn>
                <a:cxn ang="0">
                  <a:pos x="97" y="30"/>
                </a:cxn>
                <a:cxn ang="0">
                  <a:pos x="87" y="21"/>
                </a:cxn>
                <a:cxn ang="0">
                  <a:pos x="76" y="16"/>
                </a:cxn>
                <a:cxn ang="0">
                  <a:pos x="63" y="14"/>
                </a:cxn>
                <a:cxn ang="0">
                  <a:pos x="49" y="16"/>
                </a:cxn>
                <a:cxn ang="0">
                  <a:pos x="38" y="21"/>
                </a:cxn>
                <a:cxn ang="0">
                  <a:pos x="30" y="30"/>
                </a:cxn>
                <a:cxn ang="0">
                  <a:pos x="22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0" y="72"/>
                </a:cxn>
                <a:cxn ang="0">
                  <a:pos x="1" y="51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30" y="9"/>
                </a:cxn>
                <a:cxn ang="0">
                  <a:pos x="45" y="3"/>
                </a:cxn>
                <a:cxn ang="0">
                  <a:pos x="63" y="0"/>
                </a:cxn>
                <a:cxn ang="0">
                  <a:pos x="82" y="3"/>
                </a:cxn>
                <a:cxn ang="0">
                  <a:pos x="97" y="9"/>
                </a:cxn>
                <a:cxn ang="0">
                  <a:pos x="108" y="20"/>
                </a:cxn>
                <a:cxn ang="0">
                  <a:pos x="118" y="34"/>
                </a:cxn>
                <a:cxn ang="0">
                  <a:pos x="124" y="51"/>
                </a:cxn>
                <a:cxn ang="0">
                  <a:pos x="125" y="72"/>
                </a:cxn>
                <a:cxn ang="0">
                  <a:pos x="124" y="93"/>
                </a:cxn>
                <a:cxn ang="0">
                  <a:pos x="118" y="111"/>
                </a:cxn>
                <a:cxn ang="0">
                  <a:pos x="108" y="125"/>
                </a:cxn>
                <a:cxn ang="0">
                  <a:pos x="97" y="135"/>
                </a:cxn>
                <a:cxn ang="0">
                  <a:pos x="82" y="141"/>
                </a:cxn>
                <a:cxn ang="0">
                  <a:pos x="63" y="144"/>
                </a:cxn>
                <a:cxn ang="0">
                  <a:pos x="45" y="141"/>
                </a:cxn>
                <a:cxn ang="0">
                  <a:pos x="30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2"/>
                </a:cxn>
              </a:cxnLst>
              <a:rect l="0" t="0" r="r" b="b"/>
              <a:pathLst>
                <a:path w="125" h="144">
                  <a:moveTo>
                    <a:pt x="17" y="72"/>
                  </a:moveTo>
                  <a:lnTo>
                    <a:pt x="18" y="89"/>
                  </a:lnTo>
                  <a:lnTo>
                    <a:pt x="22" y="103"/>
                  </a:lnTo>
                  <a:lnTo>
                    <a:pt x="30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3" y="130"/>
                  </a:lnTo>
                  <a:lnTo>
                    <a:pt x="76" y="128"/>
                  </a:lnTo>
                  <a:lnTo>
                    <a:pt x="87" y="124"/>
                  </a:lnTo>
                  <a:lnTo>
                    <a:pt x="97" y="116"/>
                  </a:lnTo>
                  <a:lnTo>
                    <a:pt x="104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4" y="41"/>
                  </a:lnTo>
                  <a:lnTo>
                    <a:pt x="97" y="30"/>
                  </a:lnTo>
                  <a:lnTo>
                    <a:pt x="87" y="21"/>
                  </a:lnTo>
                  <a:lnTo>
                    <a:pt x="76" y="16"/>
                  </a:lnTo>
                  <a:lnTo>
                    <a:pt x="63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30" y="30"/>
                  </a:lnTo>
                  <a:lnTo>
                    <a:pt x="22" y="41"/>
                  </a:lnTo>
                  <a:lnTo>
                    <a:pt x="18" y="55"/>
                  </a:lnTo>
                  <a:lnTo>
                    <a:pt x="17" y="72"/>
                  </a:lnTo>
                  <a:close/>
                  <a:moveTo>
                    <a:pt x="0" y="72"/>
                  </a:moveTo>
                  <a:lnTo>
                    <a:pt x="1" y="51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30" y="9"/>
                  </a:lnTo>
                  <a:lnTo>
                    <a:pt x="45" y="3"/>
                  </a:lnTo>
                  <a:lnTo>
                    <a:pt x="63" y="0"/>
                  </a:lnTo>
                  <a:lnTo>
                    <a:pt x="82" y="3"/>
                  </a:lnTo>
                  <a:lnTo>
                    <a:pt x="97" y="9"/>
                  </a:lnTo>
                  <a:lnTo>
                    <a:pt x="108" y="20"/>
                  </a:lnTo>
                  <a:lnTo>
                    <a:pt x="118" y="34"/>
                  </a:lnTo>
                  <a:lnTo>
                    <a:pt x="124" y="51"/>
                  </a:lnTo>
                  <a:lnTo>
                    <a:pt x="125" y="72"/>
                  </a:lnTo>
                  <a:lnTo>
                    <a:pt x="124" y="93"/>
                  </a:lnTo>
                  <a:lnTo>
                    <a:pt x="118" y="111"/>
                  </a:lnTo>
                  <a:lnTo>
                    <a:pt x="108" y="125"/>
                  </a:lnTo>
                  <a:lnTo>
                    <a:pt x="97" y="135"/>
                  </a:lnTo>
                  <a:lnTo>
                    <a:pt x="82" y="141"/>
                  </a:lnTo>
                  <a:lnTo>
                    <a:pt x="63" y="144"/>
                  </a:lnTo>
                  <a:lnTo>
                    <a:pt x="45" y="141"/>
                  </a:lnTo>
                  <a:lnTo>
                    <a:pt x="30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29" name="Rectangle 213"/>
            <p:cNvSpPr>
              <a:spLocks noChangeArrowheads="1"/>
            </p:cNvSpPr>
            <p:nvPr/>
          </p:nvSpPr>
          <p:spPr bwMode="auto">
            <a:xfrm>
              <a:off x="1122022" y="1249351"/>
              <a:ext cx="8818" cy="9369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0" name="Freeform 214"/>
            <p:cNvSpPr>
              <a:spLocks noEditPoints="1"/>
            </p:cNvSpPr>
            <p:nvPr/>
          </p:nvSpPr>
          <p:spPr bwMode="auto">
            <a:xfrm>
              <a:off x="1156192" y="1273400"/>
              <a:ext cx="68891" cy="72147"/>
            </a:xfrm>
            <a:custGeom>
              <a:avLst/>
              <a:gdLst/>
              <a:ahLst/>
              <a:cxnLst>
                <a:cxn ang="0">
                  <a:pos x="17" y="72"/>
                </a:cxn>
                <a:cxn ang="0">
                  <a:pos x="18" y="89"/>
                </a:cxn>
                <a:cxn ang="0">
                  <a:pos x="23" y="103"/>
                </a:cxn>
                <a:cxn ang="0">
                  <a:pos x="28" y="114"/>
                </a:cxn>
                <a:cxn ang="0">
                  <a:pos x="38" y="123"/>
                </a:cxn>
                <a:cxn ang="0">
                  <a:pos x="49" y="128"/>
                </a:cxn>
                <a:cxn ang="0">
                  <a:pos x="62" y="130"/>
                </a:cxn>
                <a:cxn ang="0">
                  <a:pos x="76" y="128"/>
                </a:cxn>
                <a:cxn ang="0">
                  <a:pos x="87" y="124"/>
                </a:cxn>
                <a:cxn ang="0">
                  <a:pos x="97" y="116"/>
                </a:cxn>
                <a:cxn ang="0">
                  <a:pos x="103" y="103"/>
                </a:cxn>
                <a:cxn ang="0">
                  <a:pos x="107" y="89"/>
                </a:cxn>
                <a:cxn ang="0">
                  <a:pos x="108" y="72"/>
                </a:cxn>
                <a:cxn ang="0">
                  <a:pos x="107" y="55"/>
                </a:cxn>
                <a:cxn ang="0">
                  <a:pos x="103" y="41"/>
                </a:cxn>
                <a:cxn ang="0">
                  <a:pos x="97" y="30"/>
                </a:cxn>
                <a:cxn ang="0">
                  <a:pos x="87" y="21"/>
                </a:cxn>
                <a:cxn ang="0">
                  <a:pos x="76" y="16"/>
                </a:cxn>
                <a:cxn ang="0">
                  <a:pos x="62" y="14"/>
                </a:cxn>
                <a:cxn ang="0">
                  <a:pos x="49" y="16"/>
                </a:cxn>
                <a:cxn ang="0">
                  <a:pos x="38" y="21"/>
                </a:cxn>
                <a:cxn ang="0">
                  <a:pos x="28" y="30"/>
                </a:cxn>
                <a:cxn ang="0">
                  <a:pos x="23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0" y="72"/>
                </a:cxn>
                <a:cxn ang="0">
                  <a:pos x="1" y="51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30" y="9"/>
                </a:cxn>
                <a:cxn ang="0">
                  <a:pos x="44" y="3"/>
                </a:cxn>
                <a:cxn ang="0">
                  <a:pos x="62" y="0"/>
                </a:cxn>
                <a:cxn ang="0">
                  <a:pos x="82" y="3"/>
                </a:cxn>
                <a:cxn ang="0">
                  <a:pos x="97" y="9"/>
                </a:cxn>
                <a:cxn ang="0">
                  <a:pos x="108" y="20"/>
                </a:cxn>
                <a:cxn ang="0">
                  <a:pos x="118" y="34"/>
                </a:cxn>
                <a:cxn ang="0">
                  <a:pos x="124" y="51"/>
                </a:cxn>
                <a:cxn ang="0">
                  <a:pos x="125" y="72"/>
                </a:cxn>
                <a:cxn ang="0">
                  <a:pos x="124" y="93"/>
                </a:cxn>
                <a:cxn ang="0">
                  <a:pos x="118" y="111"/>
                </a:cxn>
                <a:cxn ang="0">
                  <a:pos x="108" y="125"/>
                </a:cxn>
                <a:cxn ang="0">
                  <a:pos x="97" y="135"/>
                </a:cxn>
                <a:cxn ang="0">
                  <a:pos x="82" y="141"/>
                </a:cxn>
                <a:cxn ang="0">
                  <a:pos x="62" y="144"/>
                </a:cxn>
                <a:cxn ang="0">
                  <a:pos x="44" y="141"/>
                </a:cxn>
                <a:cxn ang="0">
                  <a:pos x="30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2"/>
                </a:cxn>
              </a:cxnLst>
              <a:rect l="0" t="0" r="r" b="b"/>
              <a:pathLst>
                <a:path w="125" h="144">
                  <a:moveTo>
                    <a:pt x="17" y="72"/>
                  </a:moveTo>
                  <a:lnTo>
                    <a:pt x="18" y="89"/>
                  </a:lnTo>
                  <a:lnTo>
                    <a:pt x="23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2" y="130"/>
                  </a:lnTo>
                  <a:lnTo>
                    <a:pt x="76" y="128"/>
                  </a:lnTo>
                  <a:lnTo>
                    <a:pt x="87" y="124"/>
                  </a:lnTo>
                  <a:lnTo>
                    <a:pt x="97" y="116"/>
                  </a:lnTo>
                  <a:lnTo>
                    <a:pt x="103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3" y="41"/>
                  </a:lnTo>
                  <a:lnTo>
                    <a:pt x="97" y="30"/>
                  </a:lnTo>
                  <a:lnTo>
                    <a:pt x="87" y="21"/>
                  </a:lnTo>
                  <a:lnTo>
                    <a:pt x="76" y="16"/>
                  </a:lnTo>
                  <a:lnTo>
                    <a:pt x="62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28" y="30"/>
                  </a:lnTo>
                  <a:lnTo>
                    <a:pt x="23" y="41"/>
                  </a:lnTo>
                  <a:lnTo>
                    <a:pt x="18" y="55"/>
                  </a:lnTo>
                  <a:lnTo>
                    <a:pt x="17" y="72"/>
                  </a:lnTo>
                  <a:close/>
                  <a:moveTo>
                    <a:pt x="0" y="72"/>
                  </a:moveTo>
                  <a:lnTo>
                    <a:pt x="1" y="51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30" y="9"/>
                  </a:lnTo>
                  <a:lnTo>
                    <a:pt x="44" y="3"/>
                  </a:lnTo>
                  <a:lnTo>
                    <a:pt x="62" y="0"/>
                  </a:lnTo>
                  <a:lnTo>
                    <a:pt x="82" y="3"/>
                  </a:lnTo>
                  <a:lnTo>
                    <a:pt x="97" y="9"/>
                  </a:lnTo>
                  <a:lnTo>
                    <a:pt x="108" y="20"/>
                  </a:lnTo>
                  <a:lnTo>
                    <a:pt x="118" y="34"/>
                  </a:lnTo>
                  <a:lnTo>
                    <a:pt x="124" y="51"/>
                  </a:lnTo>
                  <a:lnTo>
                    <a:pt x="125" y="72"/>
                  </a:lnTo>
                  <a:lnTo>
                    <a:pt x="124" y="93"/>
                  </a:lnTo>
                  <a:lnTo>
                    <a:pt x="118" y="111"/>
                  </a:lnTo>
                  <a:lnTo>
                    <a:pt x="108" y="125"/>
                  </a:lnTo>
                  <a:lnTo>
                    <a:pt x="97" y="135"/>
                  </a:lnTo>
                  <a:lnTo>
                    <a:pt x="82" y="141"/>
                  </a:lnTo>
                  <a:lnTo>
                    <a:pt x="62" y="144"/>
                  </a:lnTo>
                  <a:lnTo>
                    <a:pt x="44" y="141"/>
                  </a:lnTo>
                  <a:lnTo>
                    <a:pt x="30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1" name="Freeform 215"/>
            <p:cNvSpPr>
              <a:spLocks noEditPoints="1"/>
            </p:cNvSpPr>
            <p:nvPr/>
          </p:nvSpPr>
          <p:spPr bwMode="auto">
            <a:xfrm>
              <a:off x="1247127" y="1273400"/>
              <a:ext cx="67237" cy="98200"/>
            </a:xfrm>
            <a:custGeom>
              <a:avLst/>
              <a:gdLst/>
              <a:ahLst/>
              <a:cxnLst>
                <a:cxn ang="0">
                  <a:pos x="17" y="89"/>
                </a:cxn>
                <a:cxn ang="0">
                  <a:pos x="28" y="114"/>
                </a:cxn>
                <a:cxn ang="0">
                  <a:pos x="49" y="128"/>
                </a:cxn>
                <a:cxn ang="0">
                  <a:pos x="74" y="128"/>
                </a:cxn>
                <a:cxn ang="0">
                  <a:pos x="95" y="116"/>
                </a:cxn>
                <a:cxn ang="0">
                  <a:pos x="107" y="89"/>
                </a:cxn>
                <a:cxn ang="0">
                  <a:pos x="107" y="55"/>
                </a:cxn>
                <a:cxn ang="0">
                  <a:pos x="95" y="30"/>
                </a:cxn>
                <a:cxn ang="0">
                  <a:pos x="74" y="16"/>
                </a:cxn>
                <a:cxn ang="0">
                  <a:pos x="49" y="16"/>
                </a:cxn>
                <a:cxn ang="0">
                  <a:pos x="28" y="30"/>
                </a:cxn>
                <a:cxn ang="0">
                  <a:pos x="17" y="55"/>
                </a:cxn>
                <a:cxn ang="0">
                  <a:pos x="122" y="4"/>
                </a:cxn>
                <a:cxn ang="0">
                  <a:pos x="121" y="152"/>
                </a:cxn>
                <a:cxn ang="0">
                  <a:pos x="105" y="180"/>
                </a:cxn>
                <a:cxn ang="0">
                  <a:pos x="77" y="194"/>
                </a:cxn>
                <a:cxn ang="0">
                  <a:pos x="36" y="193"/>
                </a:cxn>
                <a:cxn ang="0">
                  <a:pos x="8" y="172"/>
                </a:cxn>
                <a:cxn ang="0">
                  <a:pos x="19" y="156"/>
                </a:cxn>
                <a:cxn ang="0">
                  <a:pos x="26" y="172"/>
                </a:cxn>
                <a:cxn ang="0">
                  <a:pos x="42" y="180"/>
                </a:cxn>
                <a:cxn ang="0">
                  <a:pos x="73" y="180"/>
                </a:cxn>
                <a:cxn ang="0">
                  <a:pos x="94" y="169"/>
                </a:cxn>
                <a:cxn ang="0">
                  <a:pos x="105" y="148"/>
                </a:cxn>
                <a:cxn ang="0">
                  <a:pos x="107" y="117"/>
                </a:cxn>
                <a:cxn ang="0">
                  <a:pos x="87" y="137"/>
                </a:cxn>
                <a:cxn ang="0">
                  <a:pos x="59" y="144"/>
                </a:cxn>
                <a:cxn ang="0">
                  <a:pos x="28" y="135"/>
                </a:cxn>
                <a:cxn ang="0">
                  <a:pos x="7" y="110"/>
                </a:cxn>
                <a:cxn ang="0">
                  <a:pos x="0" y="72"/>
                </a:cxn>
                <a:cxn ang="0">
                  <a:pos x="7" y="34"/>
                </a:cxn>
                <a:cxn ang="0">
                  <a:pos x="28" y="9"/>
                </a:cxn>
                <a:cxn ang="0">
                  <a:pos x="59" y="0"/>
                </a:cxn>
                <a:cxn ang="0">
                  <a:pos x="87" y="7"/>
                </a:cxn>
                <a:cxn ang="0">
                  <a:pos x="102" y="21"/>
                </a:cxn>
                <a:cxn ang="0">
                  <a:pos x="107" y="4"/>
                </a:cxn>
              </a:cxnLst>
              <a:rect l="0" t="0" r="r" b="b"/>
              <a:pathLst>
                <a:path w="122" h="196">
                  <a:moveTo>
                    <a:pt x="15" y="72"/>
                  </a:moveTo>
                  <a:lnTo>
                    <a:pt x="17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2" y="130"/>
                  </a:lnTo>
                  <a:lnTo>
                    <a:pt x="74" y="128"/>
                  </a:lnTo>
                  <a:lnTo>
                    <a:pt x="86" y="124"/>
                  </a:lnTo>
                  <a:lnTo>
                    <a:pt x="95" y="116"/>
                  </a:lnTo>
                  <a:lnTo>
                    <a:pt x="102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2" y="41"/>
                  </a:lnTo>
                  <a:lnTo>
                    <a:pt x="95" y="30"/>
                  </a:lnTo>
                  <a:lnTo>
                    <a:pt x="86" y="21"/>
                  </a:lnTo>
                  <a:lnTo>
                    <a:pt x="74" y="16"/>
                  </a:lnTo>
                  <a:lnTo>
                    <a:pt x="62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7" y="55"/>
                  </a:lnTo>
                  <a:lnTo>
                    <a:pt x="15" y="72"/>
                  </a:lnTo>
                  <a:close/>
                  <a:moveTo>
                    <a:pt x="122" y="4"/>
                  </a:moveTo>
                  <a:lnTo>
                    <a:pt x="122" y="132"/>
                  </a:lnTo>
                  <a:lnTo>
                    <a:pt x="121" y="152"/>
                  </a:lnTo>
                  <a:lnTo>
                    <a:pt x="115" y="168"/>
                  </a:lnTo>
                  <a:lnTo>
                    <a:pt x="105" y="180"/>
                  </a:lnTo>
                  <a:lnTo>
                    <a:pt x="93" y="189"/>
                  </a:lnTo>
                  <a:lnTo>
                    <a:pt x="77" y="194"/>
                  </a:lnTo>
                  <a:lnTo>
                    <a:pt x="57" y="196"/>
                  </a:lnTo>
                  <a:lnTo>
                    <a:pt x="36" y="193"/>
                  </a:lnTo>
                  <a:lnTo>
                    <a:pt x="19" y="185"/>
                  </a:lnTo>
                  <a:lnTo>
                    <a:pt x="8" y="172"/>
                  </a:lnTo>
                  <a:lnTo>
                    <a:pt x="4" y="156"/>
                  </a:lnTo>
                  <a:lnTo>
                    <a:pt x="19" y="156"/>
                  </a:lnTo>
                  <a:lnTo>
                    <a:pt x="22" y="168"/>
                  </a:lnTo>
                  <a:lnTo>
                    <a:pt x="26" y="172"/>
                  </a:lnTo>
                  <a:lnTo>
                    <a:pt x="31" y="175"/>
                  </a:lnTo>
                  <a:lnTo>
                    <a:pt x="42" y="180"/>
                  </a:lnTo>
                  <a:lnTo>
                    <a:pt x="57" y="182"/>
                  </a:lnTo>
                  <a:lnTo>
                    <a:pt x="73" y="180"/>
                  </a:lnTo>
                  <a:lnTo>
                    <a:pt x="84" y="176"/>
                  </a:lnTo>
                  <a:lnTo>
                    <a:pt x="94" y="169"/>
                  </a:lnTo>
                  <a:lnTo>
                    <a:pt x="101" y="161"/>
                  </a:lnTo>
                  <a:lnTo>
                    <a:pt x="105" y="148"/>
                  </a:lnTo>
                  <a:lnTo>
                    <a:pt x="107" y="134"/>
                  </a:lnTo>
                  <a:lnTo>
                    <a:pt x="107" y="117"/>
                  </a:lnTo>
                  <a:lnTo>
                    <a:pt x="101" y="125"/>
                  </a:lnTo>
                  <a:lnTo>
                    <a:pt x="87" y="137"/>
                  </a:lnTo>
                  <a:lnTo>
                    <a:pt x="74" y="142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8" y="135"/>
                  </a:lnTo>
                  <a:lnTo>
                    <a:pt x="15" y="124"/>
                  </a:lnTo>
                  <a:lnTo>
                    <a:pt x="7" y="110"/>
                  </a:lnTo>
                  <a:lnTo>
                    <a:pt x="1" y="93"/>
                  </a:lnTo>
                  <a:lnTo>
                    <a:pt x="0" y="72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5" y="20"/>
                  </a:lnTo>
                  <a:lnTo>
                    <a:pt x="28" y="9"/>
                  </a:lnTo>
                  <a:lnTo>
                    <a:pt x="42" y="3"/>
                  </a:lnTo>
                  <a:lnTo>
                    <a:pt x="59" y="0"/>
                  </a:lnTo>
                  <a:lnTo>
                    <a:pt x="74" y="1"/>
                  </a:lnTo>
                  <a:lnTo>
                    <a:pt x="87" y="7"/>
                  </a:lnTo>
                  <a:lnTo>
                    <a:pt x="93" y="11"/>
                  </a:lnTo>
                  <a:lnTo>
                    <a:pt x="102" y="21"/>
                  </a:lnTo>
                  <a:lnTo>
                    <a:pt x="107" y="28"/>
                  </a:lnTo>
                  <a:lnTo>
                    <a:pt x="107" y="4"/>
                  </a:lnTo>
                  <a:lnTo>
                    <a:pt x="122" y="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216"/>
            <p:cNvSpPr>
              <a:spLocks/>
            </p:cNvSpPr>
            <p:nvPr/>
          </p:nvSpPr>
          <p:spPr bwMode="auto">
            <a:xfrm>
              <a:off x="1333654" y="1275404"/>
              <a:ext cx="66135" cy="96196"/>
            </a:xfrm>
            <a:custGeom>
              <a:avLst/>
              <a:gdLst/>
              <a:ahLst/>
              <a:cxnLst>
                <a:cxn ang="0">
                  <a:pos x="59" y="162"/>
                </a:cxn>
                <a:cxn ang="0">
                  <a:pos x="52" y="176"/>
                </a:cxn>
                <a:cxn ang="0">
                  <a:pos x="45" y="185"/>
                </a:cxn>
                <a:cxn ang="0">
                  <a:pos x="35" y="190"/>
                </a:cxn>
                <a:cxn ang="0">
                  <a:pos x="23" y="192"/>
                </a:cxn>
                <a:cxn ang="0">
                  <a:pos x="14" y="192"/>
                </a:cxn>
                <a:cxn ang="0">
                  <a:pos x="13" y="190"/>
                </a:cxn>
                <a:cxn ang="0">
                  <a:pos x="13" y="176"/>
                </a:cxn>
                <a:cxn ang="0">
                  <a:pos x="16" y="176"/>
                </a:cxn>
                <a:cxn ang="0">
                  <a:pos x="19" y="178"/>
                </a:cxn>
                <a:cxn ang="0">
                  <a:pos x="28" y="178"/>
                </a:cxn>
                <a:cxn ang="0">
                  <a:pos x="33" y="176"/>
                </a:cxn>
                <a:cxn ang="0">
                  <a:pos x="37" y="173"/>
                </a:cxn>
                <a:cxn ang="0">
                  <a:pos x="40" y="171"/>
                </a:cxn>
                <a:cxn ang="0">
                  <a:pos x="41" y="166"/>
                </a:cxn>
                <a:cxn ang="0">
                  <a:pos x="47" y="155"/>
                </a:cxn>
                <a:cxn ang="0">
                  <a:pos x="52" y="137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61" y="116"/>
                </a:cxn>
                <a:cxn ang="0">
                  <a:pos x="103" y="0"/>
                </a:cxn>
                <a:cxn ang="0">
                  <a:pos x="120" y="0"/>
                </a:cxn>
                <a:cxn ang="0">
                  <a:pos x="59" y="162"/>
                </a:cxn>
              </a:cxnLst>
              <a:rect l="0" t="0" r="r" b="b"/>
              <a:pathLst>
                <a:path w="120" h="192">
                  <a:moveTo>
                    <a:pt x="59" y="162"/>
                  </a:moveTo>
                  <a:lnTo>
                    <a:pt x="52" y="176"/>
                  </a:lnTo>
                  <a:lnTo>
                    <a:pt x="45" y="185"/>
                  </a:lnTo>
                  <a:lnTo>
                    <a:pt x="35" y="190"/>
                  </a:lnTo>
                  <a:lnTo>
                    <a:pt x="23" y="192"/>
                  </a:lnTo>
                  <a:lnTo>
                    <a:pt x="14" y="192"/>
                  </a:lnTo>
                  <a:lnTo>
                    <a:pt x="13" y="190"/>
                  </a:lnTo>
                  <a:lnTo>
                    <a:pt x="13" y="176"/>
                  </a:lnTo>
                  <a:lnTo>
                    <a:pt x="16" y="176"/>
                  </a:lnTo>
                  <a:lnTo>
                    <a:pt x="19" y="178"/>
                  </a:lnTo>
                  <a:lnTo>
                    <a:pt x="28" y="178"/>
                  </a:lnTo>
                  <a:lnTo>
                    <a:pt x="33" y="176"/>
                  </a:lnTo>
                  <a:lnTo>
                    <a:pt x="37" y="173"/>
                  </a:lnTo>
                  <a:lnTo>
                    <a:pt x="40" y="171"/>
                  </a:lnTo>
                  <a:lnTo>
                    <a:pt x="41" y="166"/>
                  </a:lnTo>
                  <a:lnTo>
                    <a:pt x="47" y="155"/>
                  </a:lnTo>
                  <a:lnTo>
                    <a:pt x="52" y="137"/>
                  </a:lnTo>
                  <a:lnTo>
                    <a:pt x="0" y="0"/>
                  </a:lnTo>
                  <a:lnTo>
                    <a:pt x="17" y="0"/>
                  </a:lnTo>
                  <a:lnTo>
                    <a:pt x="61" y="116"/>
                  </a:lnTo>
                  <a:lnTo>
                    <a:pt x="103" y="0"/>
                  </a:lnTo>
                  <a:lnTo>
                    <a:pt x="120" y="0"/>
                  </a:lnTo>
                  <a:lnTo>
                    <a:pt x="59" y="1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217"/>
            <p:cNvSpPr>
              <a:spLocks/>
            </p:cNvSpPr>
            <p:nvPr/>
          </p:nvSpPr>
          <p:spPr bwMode="auto">
            <a:xfrm>
              <a:off x="1468679" y="1247847"/>
              <a:ext cx="33619" cy="95194"/>
            </a:xfrm>
            <a:custGeom>
              <a:avLst/>
              <a:gdLst/>
              <a:ahLst/>
              <a:cxnLst>
                <a:cxn ang="0">
                  <a:pos x="20" y="190"/>
                </a:cxn>
                <a:cxn ang="0">
                  <a:pos x="20" y="68"/>
                </a:cxn>
                <a:cxn ang="0">
                  <a:pos x="0" y="68"/>
                </a:cxn>
                <a:cxn ang="0">
                  <a:pos x="0" y="55"/>
                </a:cxn>
                <a:cxn ang="0">
                  <a:pos x="20" y="55"/>
                </a:cxn>
                <a:cxn ang="0">
                  <a:pos x="20" y="30"/>
                </a:cxn>
                <a:cxn ang="0">
                  <a:pos x="21" y="17"/>
                </a:cxn>
                <a:cxn ang="0">
                  <a:pos x="28" y="7"/>
                </a:cxn>
                <a:cxn ang="0">
                  <a:pos x="38" y="2"/>
                </a:cxn>
                <a:cxn ang="0">
                  <a:pos x="52" y="0"/>
                </a:cxn>
                <a:cxn ang="0">
                  <a:pos x="54" y="0"/>
                </a:cxn>
                <a:cxn ang="0">
                  <a:pos x="56" y="2"/>
                </a:cxn>
                <a:cxn ang="0">
                  <a:pos x="61" y="2"/>
                </a:cxn>
                <a:cxn ang="0">
                  <a:pos x="61" y="16"/>
                </a:cxn>
                <a:cxn ang="0">
                  <a:pos x="47" y="16"/>
                </a:cxn>
                <a:cxn ang="0">
                  <a:pos x="42" y="17"/>
                </a:cxn>
                <a:cxn ang="0">
                  <a:pos x="40" y="19"/>
                </a:cxn>
                <a:cxn ang="0">
                  <a:pos x="37" y="24"/>
                </a:cxn>
                <a:cxn ang="0">
                  <a:pos x="37" y="55"/>
                </a:cxn>
                <a:cxn ang="0">
                  <a:pos x="61" y="55"/>
                </a:cxn>
                <a:cxn ang="0">
                  <a:pos x="61" y="68"/>
                </a:cxn>
                <a:cxn ang="0">
                  <a:pos x="37" y="68"/>
                </a:cxn>
                <a:cxn ang="0">
                  <a:pos x="37" y="190"/>
                </a:cxn>
                <a:cxn ang="0">
                  <a:pos x="20" y="190"/>
                </a:cxn>
              </a:cxnLst>
              <a:rect l="0" t="0" r="r" b="b"/>
              <a:pathLst>
                <a:path w="61" h="190">
                  <a:moveTo>
                    <a:pt x="20" y="190"/>
                  </a:moveTo>
                  <a:lnTo>
                    <a:pt x="20" y="68"/>
                  </a:lnTo>
                  <a:lnTo>
                    <a:pt x="0" y="68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30"/>
                  </a:lnTo>
                  <a:lnTo>
                    <a:pt x="21" y="17"/>
                  </a:lnTo>
                  <a:lnTo>
                    <a:pt x="28" y="7"/>
                  </a:lnTo>
                  <a:lnTo>
                    <a:pt x="38" y="2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2"/>
                  </a:lnTo>
                  <a:lnTo>
                    <a:pt x="61" y="2"/>
                  </a:lnTo>
                  <a:lnTo>
                    <a:pt x="61" y="16"/>
                  </a:lnTo>
                  <a:lnTo>
                    <a:pt x="47" y="16"/>
                  </a:lnTo>
                  <a:lnTo>
                    <a:pt x="42" y="17"/>
                  </a:lnTo>
                  <a:lnTo>
                    <a:pt x="40" y="19"/>
                  </a:lnTo>
                  <a:lnTo>
                    <a:pt x="37" y="24"/>
                  </a:lnTo>
                  <a:lnTo>
                    <a:pt x="37" y="55"/>
                  </a:lnTo>
                  <a:lnTo>
                    <a:pt x="61" y="55"/>
                  </a:lnTo>
                  <a:lnTo>
                    <a:pt x="61" y="68"/>
                  </a:lnTo>
                  <a:lnTo>
                    <a:pt x="37" y="68"/>
                  </a:lnTo>
                  <a:lnTo>
                    <a:pt x="37" y="190"/>
                  </a:lnTo>
                  <a:lnTo>
                    <a:pt x="20" y="19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4" name="Freeform 218"/>
            <p:cNvSpPr>
              <a:spLocks noEditPoints="1"/>
            </p:cNvSpPr>
            <p:nvPr/>
          </p:nvSpPr>
          <p:spPr bwMode="auto">
            <a:xfrm>
              <a:off x="1519934" y="1273400"/>
              <a:ext cx="68891" cy="72147"/>
            </a:xfrm>
            <a:custGeom>
              <a:avLst/>
              <a:gdLst/>
              <a:ahLst/>
              <a:cxnLst>
                <a:cxn ang="0">
                  <a:pos x="17" y="72"/>
                </a:cxn>
                <a:cxn ang="0">
                  <a:pos x="18" y="89"/>
                </a:cxn>
                <a:cxn ang="0">
                  <a:pos x="21" y="103"/>
                </a:cxn>
                <a:cxn ang="0">
                  <a:pos x="28" y="114"/>
                </a:cxn>
                <a:cxn ang="0">
                  <a:pos x="38" y="123"/>
                </a:cxn>
                <a:cxn ang="0">
                  <a:pos x="49" y="128"/>
                </a:cxn>
                <a:cxn ang="0">
                  <a:pos x="62" y="130"/>
                </a:cxn>
                <a:cxn ang="0">
                  <a:pos x="76" y="128"/>
                </a:cxn>
                <a:cxn ang="0">
                  <a:pos x="87" y="124"/>
                </a:cxn>
                <a:cxn ang="0">
                  <a:pos x="97" y="116"/>
                </a:cxn>
                <a:cxn ang="0">
                  <a:pos x="103" y="103"/>
                </a:cxn>
                <a:cxn ang="0">
                  <a:pos x="107" y="89"/>
                </a:cxn>
                <a:cxn ang="0">
                  <a:pos x="108" y="72"/>
                </a:cxn>
                <a:cxn ang="0">
                  <a:pos x="107" y="55"/>
                </a:cxn>
                <a:cxn ang="0">
                  <a:pos x="103" y="41"/>
                </a:cxn>
                <a:cxn ang="0">
                  <a:pos x="97" y="30"/>
                </a:cxn>
                <a:cxn ang="0">
                  <a:pos x="87" y="21"/>
                </a:cxn>
                <a:cxn ang="0">
                  <a:pos x="76" y="16"/>
                </a:cxn>
                <a:cxn ang="0">
                  <a:pos x="62" y="14"/>
                </a:cxn>
                <a:cxn ang="0">
                  <a:pos x="49" y="16"/>
                </a:cxn>
                <a:cxn ang="0">
                  <a:pos x="38" y="21"/>
                </a:cxn>
                <a:cxn ang="0">
                  <a:pos x="28" y="30"/>
                </a:cxn>
                <a:cxn ang="0">
                  <a:pos x="21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0" y="72"/>
                </a:cxn>
                <a:cxn ang="0">
                  <a:pos x="1" y="51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4" y="3"/>
                </a:cxn>
                <a:cxn ang="0">
                  <a:pos x="62" y="0"/>
                </a:cxn>
                <a:cxn ang="0">
                  <a:pos x="80" y="3"/>
                </a:cxn>
                <a:cxn ang="0">
                  <a:pos x="96" y="9"/>
                </a:cxn>
                <a:cxn ang="0">
                  <a:pos x="108" y="20"/>
                </a:cxn>
                <a:cxn ang="0">
                  <a:pos x="118" y="34"/>
                </a:cxn>
                <a:cxn ang="0">
                  <a:pos x="124" y="51"/>
                </a:cxn>
                <a:cxn ang="0">
                  <a:pos x="125" y="72"/>
                </a:cxn>
                <a:cxn ang="0">
                  <a:pos x="124" y="93"/>
                </a:cxn>
                <a:cxn ang="0">
                  <a:pos x="118" y="111"/>
                </a:cxn>
                <a:cxn ang="0">
                  <a:pos x="108" y="125"/>
                </a:cxn>
                <a:cxn ang="0">
                  <a:pos x="96" y="135"/>
                </a:cxn>
                <a:cxn ang="0">
                  <a:pos x="80" y="141"/>
                </a:cxn>
                <a:cxn ang="0">
                  <a:pos x="62" y="144"/>
                </a:cxn>
                <a:cxn ang="0">
                  <a:pos x="44" y="141"/>
                </a:cxn>
                <a:cxn ang="0">
                  <a:pos x="28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2"/>
                </a:cxn>
              </a:cxnLst>
              <a:rect l="0" t="0" r="r" b="b"/>
              <a:pathLst>
                <a:path w="125" h="144">
                  <a:moveTo>
                    <a:pt x="17" y="72"/>
                  </a:moveTo>
                  <a:lnTo>
                    <a:pt x="18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9" y="128"/>
                  </a:lnTo>
                  <a:lnTo>
                    <a:pt x="62" y="130"/>
                  </a:lnTo>
                  <a:lnTo>
                    <a:pt x="76" y="128"/>
                  </a:lnTo>
                  <a:lnTo>
                    <a:pt x="87" y="124"/>
                  </a:lnTo>
                  <a:lnTo>
                    <a:pt x="97" y="116"/>
                  </a:lnTo>
                  <a:lnTo>
                    <a:pt x="103" y="103"/>
                  </a:lnTo>
                  <a:lnTo>
                    <a:pt x="107" y="89"/>
                  </a:lnTo>
                  <a:lnTo>
                    <a:pt x="108" y="72"/>
                  </a:lnTo>
                  <a:lnTo>
                    <a:pt x="107" y="55"/>
                  </a:lnTo>
                  <a:lnTo>
                    <a:pt x="103" y="41"/>
                  </a:lnTo>
                  <a:lnTo>
                    <a:pt x="97" y="30"/>
                  </a:lnTo>
                  <a:lnTo>
                    <a:pt x="87" y="21"/>
                  </a:lnTo>
                  <a:lnTo>
                    <a:pt x="76" y="16"/>
                  </a:lnTo>
                  <a:lnTo>
                    <a:pt x="62" y="14"/>
                  </a:lnTo>
                  <a:lnTo>
                    <a:pt x="49" y="16"/>
                  </a:lnTo>
                  <a:lnTo>
                    <a:pt x="38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8" y="55"/>
                  </a:lnTo>
                  <a:lnTo>
                    <a:pt x="17" y="72"/>
                  </a:lnTo>
                  <a:close/>
                  <a:moveTo>
                    <a:pt x="0" y="72"/>
                  </a:moveTo>
                  <a:lnTo>
                    <a:pt x="1" y="51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4" y="3"/>
                  </a:lnTo>
                  <a:lnTo>
                    <a:pt x="62" y="0"/>
                  </a:lnTo>
                  <a:lnTo>
                    <a:pt x="80" y="3"/>
                  </a:lnTo>
                  <a:lnTo>
                    <a:pt x="96" y="9"/>
                  </a:lnTo>
                  <a:lnTo>
                    <a:pt x="108" y="20"/>
                  </a:lnTo>
                  <a:lnTo>
                    <a:pt x="118" y="34"/>
                  </a:lnTo>
                  <a:lnTo>
                    <a:pt x="124" y="51"/>
                  </a:lnTo>
                  <a:lnTo>
                    <a:pt x="125" y="72"/>
                  </a:lnTo>
                  <a:lnTo>
                    <a:pt x="124" y="93"/>
                  </a:lnTo>
                  <a:lnTo>
                    <a:pt x="118" y="111"/>
                  </a:lnTo>
                  <a:lnTo>
                    <a:pt x="108" y="125"/>
                  </a:lnTo>
                  <a:lnTo>
                    <a:pt x="96" y="135"/>
                  </a:lnTo>
                  <a:lnTo>
                    <a:pt x="80" y="141"/>
                  </a:lnTo>
                  <a:lnTo>
                    <a:pt x="62" y="144"/>
                  </a:lnTo>
                  <a:lnTo>
                    <a:pt x="44" y="141"/>
                  </a:lnTo>
                  <a:lnTo>
                    <a:pt x="28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5" name="Freeform 219"/>
            <p:cNvSpPr>
              <a:spLocks/>
            </p:cNvSpPr>
            <p:nvPr/>
          </p:nvSpPr>
          <p:spPr bwMode="auto">
            <a:xfrm>
              <a:off x="1613625" y="1273400"/>
              <a:ext cx="32516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6" y="4"/>
                </a:cxn>
                <a:cxn ang="0">
                  <a:pos x="16" y="28"/>
                </a:cxn>
                <a:cxn ang="0">
                  <a:pos x="19" y="21"/>
                </a:cxn>
                <a:cxn ang="0">
                  <a:pos x="23" y="16"/>
                </a:cxn>
                <a:cxn ang="0">
                  <a:pos x="31" y="7"/>
                </a:cxn>
                <a:cxn ang="0">
                  <a:pos x="43" y="1"/>
                </a:cxn>
                <a:cxn ang="0">
                  <a:pos x="58" y="0"/>
                </a:cxn>
                <a:cxn ang="0">
                  <a:pos x="59" y="0"/>
                </a:cxn>
                <a:cxn ang="0">
                  <a:pos x="59" y="17"/>
                </a:cxn>
                <a:cxn ang="0">
                  <a:pos x="57" y="17"/>
                </a:cxn>
                <a:cxn ang="0">
                  <a:pos x="40" y="20"/>
                </a:cxn>
                <a:cxn ang="0">
                  <a:pos x="27" y="30"/>
                </a:cxn>
                <a:cxn ang="0">
                  <a:pos x="21" y="38"/>
                </a:cxn>
                <a:cxn ang="0">
                  <a:pos x="19" y="51"/>
                </a:cxn>
                <a:cxn ang="0">
                  <a:pos x="17" y="65"/>
                </a:cxn>
                <a:cxn ang="0">
                  <a:pos x="17" y="139"/>
                </a:cxn>
                <a:cxn ang="0">
                  <a:pos x="0" y="139"/>
                </a:cxn>
              </a:cxnLst>
              <a:rect l="0" t="0" r="r" b="b"/>
              <a:pathLst>
                <a:path w="59" h="139">
                  <a:moveTo>
                    <a:pt x="0" y="139"/>
                  </a:moveTo>
                  <a:lnTo>
                    <a:pt x="0" y="4"/>
                  </a:lnTo>
                  <a:lnTo>
                    <a:pt x="16" y="4"/>
                  </a:lnTo>
                  <a:lnTo>
                    <a:pt x="16" y="28"/>
                  </a:lnTo>
                  <a:lnTo>
                    <a:pt x="19" y="21"/>
                  </a:lnTo>
                  <a:lnTo>
                    <a:pt x="23" y="16"/>
                  </a:lnTo>
                  <a:lnTo>
                    <a:pt x="31" y="7"/>
                  </a:lnTo>
                  <a:lnTo>
                    <a:pt x="43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59" y="17"/>
                  </a:lnTo>
                  <a:lnTo>
                    <a:pt x="57" y="17"/>
                  </a:lnTo>
                  <a:lnTo>
                    <a:pt x="40" y="20"/>
                  </a:lnTo>
                  <a:lnTo>
                    <a:pt x="27" y="30"/>
                  </a:lnTo>
                  <a:lnTo>
                    <a:pt x="21" y="38"/>
                  </a:lnTo>
                  <a:lnTo>
                    <a:pt x="19" y="51"/>
                  </a:lnTo>
                  <a:lnTo>
                    <a:pt x="17" y="65"/>
                  </a:lnTo>
                  <a:lnTo>
                    <a:pt x="17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6" name="Freeform 220"/>
            <p:cNvSpPr>
              <a:spLocks noEditPoints="1"/>
            </p:cNvSpPr>
            <p:nvPr/>
          </p:nvSpPr>
          <p:spPr bwMode="auto">
            <a:xfrm>
              <a:off x="1725504" y="1249351"/>
              <a:ext cx="74402" cy="93691"/>
            </a:xfrm>
            <a:custGeom>
              <a:avLst/>
              <a:gdLst/>
              <a:ahLst/>
              <a:cxnLst>
                <a:cxn ang="0">
                  <a:pos x="17" y="172"/>
                </a:cxn>
                <a:cxn ang="0">
                  <a:pos x="68" y="172"/>
                </a:cxn>
                <a:cxn ang="0">
                  <a:pos x="84" y="171"/>
                </a:cxn>
                <a:cxn ang="0">
                  <a:pos x="97" y="169"/>
                </a:cxn>
                <a:cxn ang="0">
                  <a:pos x="107" y="165"/>
                </a:cxn>
                <a:cxn ang="0">
                  <a:pos x="115" y="154"/>
                </a:cxn>
                <a:cxn ang="0">
                  <a:pos x="118" y="137"/>
                </a:cxn>
                <a:cxn ang="0">
                  <a:pos x="115" y="120"/>
                </a:cxn>
                <a:cxn ang="0">
                  <a:pos x="106" y="107"/>
                </a:cxn>
                <a:cxn ang="0">
                  <a:pos x="90" y="100"/>
                </a:cxn>
                <a:cxn ang="0">
                  <a:pos x="69" y="97"/>
                </a:cxn>
                <a:cxn ang="0">
                  <a:pos x="17" y="97"/>
                </a:cxn>
                <a:cxn ang="0">
                  <a:pos x="17" y="172"/>
                </a:cxn>
                <a:cxn ang="0">
                  <a:pos x="59" y="16"/>
                </a:cxn>
                <a:cxn ang="0">
                  <a:pos x="17" y="16"/>
                </a:cxn>
                <a:cxn ang="0">
                  <a:pos x="17" y="83"/>
                </a:cxn>
                <a:cxn ang="0">
                  <a:pos x="58" y="83"/>
                </a:cxn>
                <a:cxn ang="0">
                  <a:pos x="75" y="82"/>
                </a:cxn>
                <a:cxn ang="0">
                  <a:pos x="87" y="80"/>
                </a:cxn>
                <a:cxn ang="0">
                  <a:pos x="97" y="76"/>
                </a:cxn>
                <a:cxn ang="0">
                  <a:pos x="104" y="69"/>
                </a:cxn>
                <a:cxn ang="0">
                  <a:pos x="107" y="61"/>
                </a:cxn>
                <a:cxn ang="0">
                  <a:pos x="108" y="49"/>
                </a:cxn>
                <a:cxn ang="0">
                  <a:pos x="106" y="34"/>
                </a:cxn>
                <a:cxn ang="0">
                  <a:pos x="99" y="23"/>
                </a:cxn>
                <a:cxn ang="0">
                  <a:pos x="89" y="19"/>
                </a:cxn>
                <a:cxn ang="0">
                  <a:pos x="76" y="17"/>
                </a:cxn>
                <a:cxn ang="0">
                  <a:pos x="59" y="16"/>
                </a:cxn>
                <a:cxn ang="0">
                  <a:pos x="0" y="187"/>
                </a:cxn>
                <a:cxn ang="0">
                  <a:pos x="0" y="0"/>
                </a:cxn>
                <a:cxn ang="0">
                  <a:pos x="76" y="0"/>
                </a:cxn>
                <a:cxn ang="0">
                  <a:pos x="87" y="2"/>
                </a:cxn>
                <a:cxn ang="0">
                  <a:pos x="94" y="3"/>
                </a:cxn>
                <a:cxn ang="0">
                  <a:pos x="100" y="4"/>
                </a:cxn>
                <a:cxn ang="0">
                  <a:pos x="104" y="7"/>
                </a:cxn>
                <a:cxn ang="0">
                  <a:pos x="111" y="11"/>
                </a:cxn>
                <a:cxn ang="0">
                  <a:pos x="117" y="17"/>
                </a:cxn>
                <a:cxn ang="0">
                  <a:pos x="121" y="24"/>
                </a:cxn>
                <a:cxn ang="0">
                  <a:pos x="125" y="35"/>
                </a:cxn>
                <a:cxn ang="0">
                  <a:pos x="127" y="48"/>
                </a:cxn>
                <a:cxn ang="0">
                  <a:pos x="125" y="61"/>
                </a:cxn>
                <a:cxn ang="0">
                  <a:pos x="120" y="72"/>
                </a:cxn>
                <a:cxn ang="0">
                  <a:pos x="115" y="78"/>
                </a:cxn>
                <a:cxn ang="0">
                  <a:pos x="111" y="82"/>
                </a:cxn>
                <a:cxn ang="0">
                  <a:pos x="106" y="86"/>
                </a:cxn>
                <a:cxn ang="0">
                  <a:pos x="99" y="89"/>
                </a:cxn>
                <a:cxn ang="0">
                  <a:pos x="110" y="92"/>
                </a:cxn>
                <a:cxn ang="0">
                  <a:pos x="118" y="97"/>
                </a:cxn>
                <a:cxn ang="0">
                  <a:pos x="125" y="106"/>
                </a:cxn>
                <a:cxn ang="0">
                  <a:pos x="132" y="120"/>
                </a:cxn>
                <a:cxn ang="0">
                  <a:pos x="135" y="137"/>
                </a:cxn>
                <a:cxn ang="0">
                  <a:pos x="134" y="152"/>
                </a:cxn>
                <a:cxn ang="0">
                  <a:pos x="128" y="166"/>
                </a:cxn>
                <a:cxn ang="0">
                  <a:pos x="118" y="178"/>
                </a:cxn>
                <a:cxn ang="0">
                  <a:pos x="106" y="183"/>
                </a:cxn>
                <a:cxn ang="0">
                  <a:pos x="103" y="185"/>
                </a:cxn>
                <a:cxn ang="0">
                  <a:pos x="99" y="186"/>
                </a:cxn>
                <a:cxn ang="0">
                  <a:pos x="94" y="186"/>
                </a:cxn>
                <a:cxn ang="0">
                  <a:pos x="89" y="187"/>
                </a:cxn>
                <a:cxn ang="0">
                  <a:pos x="52" y="187"/>
                </a:cxn>
                <a:cxn ang="0">
                  <a:pos x="0" y="187"/>
                </a:cxn>
              </a:cxnLst>
              <a:rect l="0" t="0" r="r" b="b"/>
              <a:pathLst>
                <a:path w="135" h="187">
                  <a:moveTo>
                    <a:pt x="17" y="172"/>
                  </a:moveTo>
                  <a:lnTo>
                    <a:pt x="68" y="172"/>
                  </a:lnTo>
                  <a:lnTo>
                    <a:pt x="84" y="171"/>
                  </a:lnTo>
                  <a:lnTo>
                    <a:pt x="97" y="169"/>
                  </a:lnTo>
                  <a:lnTo>
                    <a:pt x="107" y="165"/>
                  </a:lnTo>
                  <a:lnTo>
                    <a:pt x="115" y="154"/>
                  </a:lnTo>
                  <a:lnTo>
                    <a:pt x="118" y="137"/>
                  </a:lnTo>
                  <a:lnTo>
                    <a:pt x="115" y="120"/>
                  </a:lnTo>
                  <a:lnTo>
                    <a:pt x="106" y="107"/>
                  </a:lnTo>
                  <a:lnTo>
                    <a:pt x="90" y="100"/>
                  </a:lnTo>
                  <a:lnTo>
                    <a:pt x="69" y="97"/>
                  </a:lnTo>
                  <a:lnTo>
                    <a:pt x="17" y="97"/>
                  </a:lnTo>
                  <a:lnTo>
                    <a:pt x="17" y="172"/>
                  </a:lnTo>
                  <a:close/>
                  <a:moveTo>
                    <a:pt x="59" y="16"/>
                  </a:moveTo>
                  <a:lnTo>
                    <a:pt x="17" y="16"/>
                  </a:lnTo>
                  <a:lnTo>
                    <a:pt x="17" y="83"/>
                  </a:lnTo>
                  <a:lnTo>
                    <a:pt x="58" y="83"/>
                  </a:lnTo>
                  <a:lnTo>
                    <a:pt x="75" y="82"/>
                  </a:lnTo>
                  <a:lnTo>
                    <a:pt x="87" y="80"/>
                  </a:lnTo>
                  <a:lnTo>
                    <a:pt x="97" y="76"/>
                  </a:lnTo>
                  <a:lnTo>
                    <a:pt x="104" y="69"/>
                  </a:lnTo>
                  <a:lnTo>
                    <a:pt x="107" y="61"/>
                  </a:lnTo>
                  <a:lnTo>
                    <a:pt x="108" y="49"/>
                  </a:lnTo>
                  <a:lnTo>
                    <a:pt x="106" y="34"/>
                  </a:lnTo>
                  <a:lnTo>
                    <a:pt x="99" y="23"/>
                  </a:lnTo>
                  <a:lnTo>
                    <a:pt x="89" y="19"/>
                  </a:lnTo>
                  <a:lnTo>
                    <a:pt x="76" y="17"/>
                  </a:lnTo>
                  <a:lnTo>
                    <a:pt x="59" y="16"/>
                  </a:lnTo>
                  <a:close/>
                  <a:moveTo>
                    <a:pt x="0" y="187"/>
                  </a:moveTo>
                  <a:lnTo>
                    <a:pt x="0" y="0"/>
                  </a:lnTo>
                  <a:lnTo>
                    <a:pt x="76" y="0"/>
                  </a:lnTo>
                  <a:lnTo>
                    <a:pt x="87" y="2"/>
                  </a:lnTo>
                  <a:lnTo>
                    <a:pt x="94" y="3"/>
                  </a:lnTo>
                  <a:lnTo>
                    <a:pt x="100" y="4"/>
                  </a:lnTo>
                  <a:lnTo>
                    <a:pt x="104" y="7"/>
                  </a:lnTo>
                  <a:lnTo>
                    <a:pt x="111" y="11"/>
                  </a:lnTo>
                  <a:lnTo>
                    <a:pt x="117" y="17"/>
                  </a:lnTo>
                  <a:lnTo>
                    <a:pt x="121" y="24"/>
                  </a:lnTo>
                  <a:lnTo>
                    <a:pt x="125" y="35"/>
                  </a:lnTo>
                  <a:lnTo>
                    <a:pt x="127" y="48"/>
                  </a:lnTo>
                  <a:lnTo>
                    <a:pt x="125" y="61"/>
                  </a:lnTo>
                  <a:lnTo>
                    <a:pt x="120" y="72"/>
                  </a:lnTo>
                  <a:lnTo>
                    <a:pt x="115" y="78"/>
                  </a:lnTo>
                  <a:lnTo>
                    <a:pt x="111" y="82"/>
                  </a:lnTo>
                  <a:lnTo>
                    <a:pt x="106" y="86"/>
                  </a:lnTo>
                  <a:lnTo>
                    <a:pt x="99" y="89"/>
                  </a:lnTo>
                  <a:lnTo>
                    <a:pt x="110" y="92"/>
                  </a:lnTo>
                  <a:lnTo>
                    <a:pt x="118" y="97"/>
                  </a:lnTo>
                  <a:lnTo>
                    <a:pt x="125" y="106"/>
                  </a:lnTo>
                  <a:lnTo>
                    <a:pt x="132" y="120"/>
                  </a:lnTo>
                  <a:lnTo>
                    <a:pt x="135" y="137"/>
                  </a:lnTo>
                  <a:lnTo>
                    <a:pt x="134" y="152"/>
                  </a:lnTo>
                  <a:lnTo>
                    <a:pt x="128" y="166"/>
                  </a:lnTo>
                  <a:lnTo>
                    <a:pt x="118" y="178"/>
                  </a:lnTo>
                  <a:lnTo>
                    <a:pt x="106" y="183"/>
                  </a:lnTo>
                  <a:lnTo>
                    <a:pt x="103" y="185"/>
                  </a:lnTo>
                  <a:lnTo>
                    <a:pt x="99" y="186"/>
                  </a:lnTo>
                  <a:lnTo>
                    <a:pt x="94" y="186"/>
                  </a:lnTo>
                  <a:lnTo>
                    <a:pt x="89" y="187"/>
                  </a:lnTo>
                  <a:lnTo>
                    <a:pt x="52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7" name="Freeform 221"/>
            <p:cNvSpPr>
              <a:spLocks/>
            </p:cNvSpPr>
            <p:nvPr/>
          </p:nvSpPr>
          <p:spPr bwMode="auto">
            <a:xfrm>
              <a:off x="1824706" y="1275404"/>
              <a:ext cx="58970" cy="70143"/>
            </a:xfrm>
            <a:custGeom>
              <a:avLst/>
              <a:gdLst/>
              <a:ahLst/>
              <a:cxnLst>
                <a:cxn ang="0">
                  <a:pos x="107" y="0"/>
                </a:cxn>
                <a:cxn ang="0">
                  <a:pos x="107" y="135"/>
                </a:cxn>
                <a:cxn ang="0">
                  <a:pos x="92" y="135"/>
                </a:cxn>
                <a:cxn ang="0">
                  <a:pos x="92" y="114"/>
                </a:cxn>
                <a:cxn ang="0">
                  <a:pos x="83" y="126"/>
                </a:cxn>
                <a:cxn ang="0">
                  <a:pos x="79" y="130"/>
                </a:cxn>
                <a:cxn ang="0">
                  <a:pos x="73" y="134"/>
                </a:cxn>
                <a:cxn ang="0">
                  <a:pos x="61" y="138"/>
                </a:cxn>
                <a:cxn ang="0">
                  <a:pos x="47" y="140"/>
                </a:cxn>
                <a:cxn ang="0">
                  <a:pos x="32" y="138"/>
                </a:cxn>
                <a:cxn ang="0">
                  <a:pos x="21" y="134"/>
                </a:cxn>
                <a:cxn ang="0">
                  <a:pos x="13" y="127"/>
                </a:cxn>
                <a:cxn ang="0">
                  <a:pos x="6" y="119"/>
                </a:cxn>
                <a:cxn ang="0">
                  <a:pos x="2" y="106"/>
                </a:cxn>
                <a:cxn ang="0">
                  <a:pos x="0" y="92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17" y="100"/>
                </a:cxn>
                <a:cxn ang="0">
                  <a:pos x="20" y="110"/>
                </a:cxn>
                <a:cxn ang="0">
                  <a:pos x="24" y="117"/>
                </a:cxn>
                <a:cxn ang="0">
                  <a:pos x="34" y="124"/>
                </a:cxn>
                <a:cxn ang="0">
                  <a:pos x="49" y="126"/>
                </a:cxn>
                <a:cxn ang="0">
                  <a:pos x="62" y="124"/>
                </a:cxn>
                <a:cxn ang="0">
                  <a:pos x="72" y="120"/>
                </a:cxn>
                <a:cxn ang="0">
                  <a:pos x="80" y="113"/>
                </a:cxn>
                <a:cxn ang="0">
                  <a:pos x="89" y="99"/>
                </a:cxn>
                <a:cxn ang="0">
                  <a:pos x="92" y="81"/>
                </a:cxn>
                <a:cxn ang="0">
                  <a:pos x="92" y="0"/>
                </a:cxn>
                <a:cxn ang="0">
                  <a:pos x="107" y="0"/>
                </a:cxn>
              </a:cxnLst>
              <a:rect l="0" t="0" r="r" b="b"/>
              <a:pathLst>
                <a:path w="107" h="140">
                  <a:moveTo>
                    <a:pt x="107" y="0"/>
                  </a:moveTo>
                  <a:lnTo>
                    <a:pt x="107" y="135"/>
                  </a:lnTo>
                  <a:lnTo>
                    <a:pt x="92" y="135"/>
                  </a:lnTo>
                  <a:lnTo>
                    <a:pt x="92" y="114"/>
                  </a:lnTo>
                  <a:lnTo>
                    <a:pt x="83" y="126"/>
                  </a:lnTo>
                  <a:lnTo>
                    <a:pt x="79" y="130"/>
                  </a:lnTo>
                  <a:lnTo>
                    <a:pt x="73" y="134"/>
                  </a:lnTo>
                  <a:lnTo>
                    <a:pt x="61" y="138"/>
                  </a:lnTo>
                  <a:lnTo>
                    <a:pt x="47" y="140"/>
                  </a:lnTo>
                  <a:lnTo>
                    <a:pt x="32" y="138"/>
                  </a:lnTo>
                  <a:lnTo>
                    <a:pt x="21" y="134"/>
                  </a:lnTo>
                  <a:lnTo>
                    <a:pt x="13" y="127"/>
                  </a:lnTo>
                  <a:lnTo>
                    <a:pt x="6" y="119"/>
                  </a:lnTo>
                  <a:lnTo>
                    <a:pt x="2" y="106"/>
                  </a:lnTo>
                  <a:lnTo>
                    <a:pt x="0" y="92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7" y="100"/>
                  </a:lnTo>
                  <a:lnTo>
                    <a:pt x="20" y="110"/>
                  </a:lnTo>
                  <a:lnTo>
                    <a:pt x="24" y="117"/>
                  </a:lnTo>
                  <a:lnTo>
                    <a:pt x="34" y="124"/>
                  </a:lnTo>
                  <a:lnTo>
                    <a:pt x="49" y="126"/>
                  </a:lnTo>
                  <a:lnTo>
                    <a:pt x="62" y="124"/>
                  </a:lnTo>
                  <a:lnTo>
                    <a:pt x="72" y="120"/>
                  </a:lnTo>
                  <a:lnTo>
                    <a:pt x="80" y="113"/>
                  </a:lnTo>
                  <a:lnTo>
                    <a:pt x="89" y="99"/>
                  </a:lnTo>
                  <a:lnTo>
                    <a:pt x="92" y="81"/>
                  </a:lnTo>
                  <a:lnTo>
                    <a:pt x="92" y="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8" name="Freeform 222"/>
            <p:cNvSpPr>
              <a:spLocks/>
            </p:cNvSpPr>
            <p:nvPr/>
          </p:nvSpPr>
          <p:spPr bwMode="auto">
            <a:xfrm>
              <a:off x="1910130" y="1273400"/>
              <a:ext cx="57317" cy="72147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5" y="97"/>
                </a:cxn>
                <a:cxn ang="0">
                  <a:pos x="18" y="110"/>
                </a:cxn>
                <a:cxn ang="0">
                  <a:pos x="25" y="121"/>
                </a:cxn>
                <a:cxn ang="0">
                  <a:pos x="37" y="128"/>
                </a:cxn>
                <a:cxn ang="0">
                  <a:pos x="52" y="130"/>
                </a:cxn>
                <a:cxn ang="0">
                  <a:pos x="67" y="128"/>
                </a:cxn>
                <a:cxn ang="0">
                  <a:pos x="79" y="123"/>
                </a:cxn>
                <a:cxn ang="0">
                  <a:pos x="83" y="120"/>
                </a:cxn>
                <a:cxn ang="0">
                  <a:pos x="86" y="116"/>
                </a:cxn>
                <a:cxn ang="0">
                  <a:pos x="89" y="104"/>
                </a:cxn>
                <a:cxn ang="0">
                  <a:pos x="84" y="94"/>
                </a:cxn>
                <a:cxn ang="0">
                  <a:pos x="72" y="86"/>
                </a:cxn>
                <a:cxn ang="0">
                  <a:pos x="52" y="79"/>
                </a:cxn>
                <a:cxn ang="0">
                  <a:pos x="51" y="79"/>
                </a:cxn>
                <a:cxn ang="0">
                  <a:pos x="34" y="75"/>
                </a:cxn>
                <a:cxn ang="0">
                  <a:pos x="21" y="69"/>
                </a:cxn>
                <a:cxn ang="0">
                  <a:pos x="13" y="63"/>
                </a:cxn>
                <a:cxn ang="0">
                  <a:pos x="6" y="54"/>
                </a:cxn>
                <a:cxn ang="0">
                  <a:pos x="3" y="39"/>
                </a:cxn>
                <a:cxn ang="0">
                  <a:pos x="6" y="24"/>
                </a:cxn>
                <a:cxn ang="0">
                  <a:pos x="15" y="11"/>
                </a:cxn>
                <a:cxn ang="0">
                  <a:pos x="31" y="3"/>
                </a:cxn>
                <a:cxn ang="0">
                  <a:pos x="49" y="0"/>
                </a:cxn>
                <a:cxn ang="0">
                  <a:pos x="63" y="1"/>
                </a:cxn>
                <a:cxn ang="0">
                  <a:pos x="76" y="6"/>
                </a:cxn>
                <a:cxn ang="0">
                  <a:pos x="86" y="13"/>
                </a:cxn>
                <a:cxn ang="0">
                  <a:pos x="96" y="27"/>
                </a:cxn>
                <a:cxn ang="0">
                  <a:pos x="100" y="44"/>
                </a:cxn>
                <a:cxn ang="0">
                  <a:pos x="84" y="44"/>
                </a:cxn>
                <a:cxn ang="0">
                  <a:pos x="83" y="38"/>
                </a:cxn>
                <a:cxn ang="0">
                  <a:pos x="82" y="31"/>
                </a:cxn>
                <a:cxn ang="0">
                  <a:pos x="79" y="27"/>
                </a:cxn>
                <a:cxn ang="0">
                  <a:pos x="75" y="23"/>
                </a:cxn>
                <a:cxn ang="0">
                  <a:pos x="63" y="17"/>
                </a:cxn>
                <a:cxn ang="0">
                  <a:pos x="49" y="14"/>
                </a:cxn>
                <a:cxn ang="0">
                  <a:pos x="37" y="16"/>
                </a:cxn>
                <a:cxn ang="0">
                  <a:pos x="27" y="21"/>
                </a:cxn>
                <a:cxn ang="0">
                  <a:pos x="22" y="24"/>
                </a:cxn>
                <a:cxn ang="0">
                  <a:pos x="21" y="28"/>
                </a:cxn>
                <a:cxn ang="0">
                  <a:pos x="18" y="32"/>
                </a:cxn>
                <a:cxn ang="0">
                  <a:pos x="18" y="38"/>
                </a:cxn>
                <a:cxn ang="0">
                  <a:pos x="22" y="49"/>
                </a:cxn>
                <a:cxn ang="0">
                  <a:pos x="35" y="58"/>
                </a:cxn>
                <a:cxn ang="0">
                  <a:pos x="55" y="65"/>
                </a:cxn>
                <a:cxn ang="0">
                  <a:pos x="58" y="65"/>
                </a:cxn>
                <a:cxn ang="0">
                  <a:pos x="59" y="66"/>
                </a:cxn>
                <a:cxn ang="0">
                  <a:pos x="63" y="66"/>
                </a:cxn>
                <a:cxn ang="0">
                  <a:pos x="83" y="73"/>
                </a:cxn>
                <a:cxn ang="0">
                  <a:pos x="96" y="80"/>
                </a:cxn>
                <a:cxn ang="0">
                  <a:pos x="103" y="90"/>
                </a:cxn>
                <a:cxn ang="0">
                  <a:pos x="104" y="104"/>
                </a:cxn>
                <a:cxn ang="0">
                  <a:pos x="103" y="116"/>
                </a:cxn>
                <a:cxn ang="0">
                  <a:pos x="98" y="125"/>
                </a:cxn>
                <a:cxn ang="0">
                  <a:pos x="90" y="132"/>
                </a:cxn>
                <a:cxn ang="0">
                  <a:pos x="73" y="141"/>
                </a:cxn>
                <a:cxn ang="0">
                  <a:pos x="52" y="144"/>
                </a:cxn>
                <a:cxn ang="0">
                  <a:pos x="31" y="141"/>
                </a:cxn>
                <a:cxn ang="0">
                  <a:pos x="14" y="131"/>
                </a:cxn>
                <a:cxn ang="0">
                  <a:pos x="6" y="121"/>
                </a:cxn>
                <a:cxn ang="0">
                  <a:pos x="1" y="110"/>
                </a:cxn>
                <a:cxn ang="0">
                  <a:pos x="0" y="97"/>
                </a:cxn>
              </a:cxnLst>
              <a:rect l="0" t="0" r="r" b="b"/>
              <a:pathLst>
                <a:path w="104" h="144">
                  <a:moveTo>
                    <a:pt x="0" y="97"/>
                  </a:moveTo>
                  <a:lnTo>
                    <a:pt x="15" y="97"/>
                  </a:lnTo>
                  <a:lnTo>
                    <a:pt x="18" y="110"/>
                  </a:lnTo>
                  <a:lnTo>
                    <a:pt x="25" y="121"/>
                  </a:lnTo>
                  <a:lnTo>
                    <a:pt x="37" y="128"/>
                  </a:lnTo>
                  <a:lnTo>
                    <a:pt x="52" y="130"/>
                  </a:lnTo>
                  <a:lnTo>
                    <a:pt x="67" y="128"/>
                  </a:lnTo>
                  <a:lnTo>
                    <a:pt x="79" y="123"/>
                  </a:lnTo>
                  <a:lnTo>
                    <a:pt x="83" y="120"/>
                  </a:lnTo>
                  <a:lnTo>
                    <a:pt x="86" y="116"/>
                  </a:lnTo>
                  <a:lnTo>
                    <a:pt x="89" y="104"/>
                  </a:lnTo>
                  <a:lnTo>
                    <a:pt x="84" y="94"/>
                  </a:lnTo>
                  <a:lnTo>
                    <a:pt x="72" y="86"/>
                  </a:lnTo>
                  <a:lnTo>
                    <a:pt x="52" y="79"/>
                  </a:lnTo>
                  <a:lnTo>
                    <a:pt x="51" y="79"/>
                  </a:lnTo>
                  <a:lnTo>
                    <a:pt x="34" y="75"/>
                  </a:lnTo>
                  <a:lnTo>
                    <a:pt x="21" y="69"/>
                  </a:lnTo>
                  <a:lnTo>
                    <a:pt x="13" y="63"/>
                  </a:lnTo>
                  <a:lnTo>
                    <a:pt x="6" y="54"/>
                  </a:lnTo>
                  <a:lnTo>
                    <a:pt x="3" y="39"/>
                  </a:lnTo>
                  <a:lnTo>
                    <a:pt x="6" y="24"/>
                  </a:lnTo>
                  <a:lnTo>
                    <a:pt x="15" y="11"/>
                  </a:lnTo>
                  <a:lnTo>
                    <a:pt x="31" y="3"/>
                  </a:lnTo>
                  <a:lnTo>
                    <a:pt x="49" y="0"/>
                  </a:lnTo>
                  <a:lnTo>
                    <a:pt x="63" y="1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6" y="27"/>
                  </a:lnTo>
                  <a:lnTo>
                    <a:pt x="100" y="44"/>
                  </a:lnTo>
                  <a:lnTo>
                    <a:pt x="84" y="44"/>
                  </a:lnTo>
                  <a:lnTo>
                    <a:pt x="83" y="38"/>
                  </a:lnTo>
                  <a:lnTo>
                    <a:pt x="82" y="31"/>
                  </a:lnTo>
                  <a:lnTo>
                    <a:pt x="79" y="27"/>
                  </a:lnTo>
                  <a:lnTo>
                    <a:pt x="75" y="23"/>
                  </a:lnTo>
                  <a:lnTo>
                    <a:pt x="63" y="17"/>
                  </a:lnTo>
                  <a:lnTo>
                    <a:pt x="49" y="14"/>
                  </a:lnTo>
                  <a:lnTo>
                    <a:pt x="37" y="16"/>
                  </a:lnTo>
                  <a:lnTo>
                    <a:pt x="27" y="21"/>
                  </a:lnTo>
                  <a:lnTo>
                    <a:pt x="22" y="24"/>
                  </a:lnTo>
                  <a:lnTo>
                    <a:pt x="21" y="28"/>
                  </a:lnTo>
                  <a:lnTo>
                    <a:pt x="18" y="32"/>
                  </a:lnTo>
                  <a:lnTo>
                    <a:pt x="18" y="38"/>
                  </a:lnTo>
                  <a:lnTo>
                    <a:pt x="22" y="49"/>
                  </a:lnTo>
                  <a:lnTo>
                    <a:pt x="35" y="58"/>
                  </a:lnTo>
                  <a:lnTo>
                    <a:pt x="55" y="65"/>
                  </a:lnTo>
                  <a:lnTo>
                    <a:pt x="58" y="65"/>
                  </a:lnTo>
                  <a:lnTo>
                    <a:pt x="59" y="66"/>
                  </a:lnTo>
                  <a:lnTo>
                    <a:pt x="63" y="66"/>
                  </a:lnTo>
                  <a:lnTo>
                    <a:pt x="83" y="73"/>
                  </a:lnTo>
                  <a:lnTo>
                    <a:pt x="96" y="80"/>
                  </a:lnTo>
                  <a:lnTo>
                    <a:pt x="103" y="90"/>
                  </a:lnTo>
                  <a:lnTo>
                    <a:pt x="104" y="104"/>
                  </a:lnTo>
                  <a:lnTo>
                    <a:pt x="103" y="116"/>
                  </a:lnTo>
                  <a:lnTo>
                    <a:pt x="98" y="125"/>
                  </a:lnTo>
                  <a:lnTo>
                    <a:pt x="90" y="132"/>
                  </a:lnTo>
                  <a:lnTo>
                    <a:pt x="73" y="141"/>
                  </a:lnTo>
                  <a:lnTo>
                    <a:pt x="52" y="144"/>
                  </a:lnTo>
                  <a:lnTo>
                    <a:pt x="31" y="141"/>
                  </a:lnTo>
                  <a:lnTo>
                    <a:pt x="14" y="131"/>
                  </a:lnTo>
                  <a:lnTo>
                    <a:pt x="6" y="121"/>
                  </a:lnTo>
                  <a:lnTo>
                    <a:pt x="1" y="11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39" name="Freeform 223"/>
            <p:cNvSpPr>
              <a:spLocks noEditPoints="1"/>
            </p:cNvSpPr>
            <p:nvPr/>
          </p:nvSpPr>
          <p:spPr bwMode="auto">
            <a:xfrm>
              <a:off x="1994452" y="1249351"/>
              <a:ext cx="8818" cy="93691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16" y="23"/>
                </a:cxn>
                <a:cxn ang="0">
                  <a:pos x="0" y="23"/>
                </a:cxn>
                <a:cxn ang="0">
                  <a:pos x="0" y="187"/>
                </a:cxn>
                <a:cxn ang="0">
                  <a:pos x="0" y="52"/>
                </a:cxn>
                <a:cxn ang="0">
                  <a:pos x="16" y="52"/>
                </a:cxn>
                <a:cxn ang="0">
                  <a:pos x="16" y="187"/>
                </a:cxn>
                <a:cxn ang="0">
                  <a:pos x="0" y="187"/>
                </a:cxn>
              </a:cxnLst>
              <a:rect l="0" t="0" r="r" b="b"/>
              <a:pathLst>
                <a:path w="16" h="187">
                  <a:moveTo>
                    <a:pt x="0" y="23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16" y="23"/>
                  </a:lnTo>
                  <a:lnTo>
                    <a:pt x="0" y="23"/>
                  </a:lnTo>
                  <a:close/>
                  <a:moveTo>
                    <a:pt x="0" y="187"/>
                  </a:moveTo>
                  <a:lnTo>
                    <a:pt x="0" y="52"/>
                  </a:lnTo>
                  <a:lnTo>
                    <a:pt x="16" y="52"/>
                  </a:lnTo>
                  <a:lnTo>
                    <a:pt x="16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0" name="Freeform 224"/>
            <p:cNvSpPr>
              <a:spLocks/>
            </p:cNvSpPr>
            <p:nvPr/>
          </p:nvSpPr>
          <p:spPr bwMode="auto">
            <a:xfrm>
              <a:off x="2032480" y="1273400"/>
              <a:ext cx="58970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6" y="4"/>
                </a:cxn>
                <a:cxn ang="0">
                  <a:pos x="16" y="25"/>
                </a:cxn>
                <a:cxn ang="0">
                  <a:pos x="24" y="14"/>
                </a:cxn>
                <a:cxn ang="0">
                  <a:pos x="28" y="10"/>
                </a:cxn>
                <a:cxn ang="0">
                  <a:pos x="34" y="7"/>
                </a:cxn>
                <a:cxn ang="0">
                  <a:pos x="47" y="1"/>
                </a:cxn>
                <a:cxn ang="0">
                  <a:pos x="61" y="0"/>
                </a:cxn>
                <a:cxn ang="0">
                  <a:pos x="73" y="1"/>
                </a:cxn>
                <a:cxn ang="0">
                  <a:pos x="85" y="6"/>
                </a:cxn>
                <a:cxn ang="0">
                  <a:pos x="90" y="9"/>
                </a:cxn>
                <a:cxn ang="0">
                  <a:pos x="95" y="11"/>
                </a:cxn>
                <a:cxn ang="0">
                  <a:pos x="99" y="16"/>
                </a:cxn>
                <a:cxn ang="0">
                  <a:pos x="102" y="20"/>
                </a:cxn>
                <a:cxn ang="0">
                  <a:pos x="104" y="25"/>
                </a:cxn>
                <a:cxn ang="0">
                  <a:pos x="106" y="31"/>
                </a:cxn>
                <a:cxn ang="0">
                  <a:pos x="107" y="41"/>
                </a:cxn>
                <a:cxn ang="0">
                  <a:pos x="107" y="139"/>
                </a:cxn>
                <a:cxn ang="0">
                  <a:pos x="90" y="139"/>
                </a:cxn>
                <a:cxn ang="0">
                  <a:pos x="90" y="56"/>
                </a:cxn>
                <a:cxn ang="0">
                  <a:pos x="89" y="42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78" y="20"/>
                </a:cxn>
                <a:cxn ang="0">
                  <a:pos x="69" y="17"/>
                </a:cxn>
                <a:cxn ang="0">
                  <a:pos x="58" y="16"/>
                </a:cxn>
                <a:cxn ang="0">
                  <a:pos x="45" y="17"/>
                </a:cxn>
                <a:cxn ang="0">
                  <a:pos x="35" y="20"/>
                </a:cxn>
                <a:cxn ang="0">
                  <a:pos x="27" y="27"/>
                </a:cxn>
                <a:cxn ang="0">
                  <a:pos x="19" y="41"/>
                </a:cxn>
                <a:cxn ang="0">
                  <a:pos x="16" y="59"/>
                </a:cxn>
                <a:cxn ang="0">
                  <a:pos x="16" y="139"/>
                </a:cxn>
                <a:cxn ang="0">
                  <a:pos x="0" y="139"/>
                </a:cxn>
              </a:cxnLst>
              <a:rect l="0" t="0" r="r" b="b"/>
              <a:pathLst>
                <a:path w="107" h="139">
                  <a:moveTo>
                    <a:pt x="0" y="139"/>
                  </a:moveTo>
                  <a:lnTo>
                    <a:pt x="0" y="4"/>
                  </a:lnTo>
                  <a:lnTo>
                    <a:pt x="16" y="4"/>
                  </a:lnTo>
                  <a:lnTo>
                    <a:pt x="16" y="25"/>
                  </a:lnTo>
                  <a:lnTo>
                    <a:pt x="24" y="14"/>
                  </a:lnTo>
                  <a:lnTo>
                    <a:pt x="28" y="10"/>
                  </a:lnTo>
                  <a:lnTo>
                    <a:pt x="34" y="7"/>
                  </a:lnTo>
                  <a:lnTo>
                    <a:pt x="47" y="1"/>
                  </a:lnTo>
                  <a:lnTo>
                    <a:pt x="61" y="0"/>
                  </a:lnTo>
                  <a:lnTo>
                    <a:pt x="73" y="1"/>
                  </a:lnTo>
                  <a:lnTo>
                    <a:pt x="85" y="6"/>
                  </a:lnTo>
                  <a:lnTo>
                    <a:pt x="90" y="9"/>
                  </a:lnTo>
                  <a:lnTo>
                    <a:pt x="95" y="11"/>
                  </a:lnTo>
                  <a:lnTo>
                    <a:pt x="99" y="16"/>
                  </a:lnTo>
                  <a:lnTo>
                    <a:pt x="102" y="20"/>
                  </a:lnTo>
                  <a:lnTo>
                    <a:pt x="104" y="25"/>
                  </a:lnTo>
                  <a:lnTo>
                    <a:pt x="106" y="31"/>
                  </a:lnTo>
                  <a:lnTo>
                    <a:pt x="107" y="41"/>
                  </a:lnTo>
                  <a:lnTo>
                    <a:pt x="107" y="139"/>
                  </a:lnTo>
                  <a:lnTo>
                    <a:pt x="90" y="139"/>
                  </a:lnTo>
                  <a:lnTo>
                    <a:pt x="90" y="56"/>
                  </a:lnTo>
                  <a:lnTo>
                    <a:pt x="89" y="42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78" y="20"/>
                  </a:lnTo>
                  <a:lnTo>
                    <a:pt x="69" y="17"/>
                  </a:lnTo>
                  <a:lnTo>
                    <a:pt x="58" y="16"/>
                  </a:lnTo>
                  <a:lnTo>
                    <a:pt x="45" y="17"/>
                  </a:lnTo>
                  <a:lnTo>
                    <a:pt x="35" y="20"/>
                  </a:lnTo>
                  <a:lnTo>
                    <a:pt x="27" y="27"/>
                  </a:lnTo>
                  <a:lnTo>
                    <a:pt x="19" y="41"/>
                  </a:lnTo>
                  <a:lnTo>
                    <a:pt x="16" y="59"/>
                  </a:lnTo>
                  <a:lnTo>
                    <a:pt x="16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1" name="Freeform 225"/>
            <p:cNvSpPr>
              <a:spLocks noEditPoints="1"/>
            </p:cNvSpPr>
            <p:nvPr/>
          </p:nvSpPr>
          <p:spPr bwMode="auto">
            <a:xfrm>
              <a:off x="2116251" y="1273400"/>
              <a:ext cx="64482" cy="72147"/>
            </a:xfrm>
            <a:custGeom>
              <a:avLst/>
              <a:gdLst/>
              <a:ahLst/>
              <a:cxnLst>
                <a:cxn ang="0">
                  <a:pos x="16" y="75"/>
                </a:cxn>
                <a:cxn ang="0">
                  <a:pos x="16" y="76"/>
                </a:cxn>
                <a:cxn ang="0">
                  <a:pos x="17" y="92"/>
                </a:cxn>
                <a:cxn ang="0">
                  <a:pos x="21" y="104"/>
                </a:cxn>
                <a:cxn ang="0">
                  <a:pos x="28" y="116"/>
                </a:cxn>
                <a:cxn ang="0">
                  <a:pos x="37" y="124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5" y="128"/>
                </a:cxn>
                <a:cxn ang="0">
                  <a:pos x="88" y="121"/>
                </a:cxn>
                <a:cxn ang="0">
                  <a:pos x="96" y="111"/>
                </a:cxn>
                <a:cxn ang="0">
                  <a:pos x="100" y="99"/>
                </a:cxn>
                <a:cxn ang="0">
                  <a:pos x="116" y="99"/>
                </a:cxn>
                <a:cxn ang="0">
                  <a:pos x="113" y="111"/>
                </a:cxn>
                <a:cxn ang="0">
                  <a:pos x="107" y="121"/>
                </a:cxn>
                <a:cxn ang="0">
                  <a:pos x="97" y="131"/>
                </a:cxn>
                <a:cxn ang="0">
                  <a:pos x="81" y="141"/>
                </a:cxn>
                <a:cxn ang="0">
                  <a:pos x="59" y="144"/>
                </a:cxn>
                <a:cxn ang="0">
                  <a:pos x="43" y="142"/>
                </a:cxn>
                <a:cxn ang="0">
                  <a:pos x="27" y="135"/>
                </a:cxn>
                <a:cxn ang="0">
                  <a:pos x="16" y="125"/>
                </a:cxn>
                <a:cxn ang="0">
                  <a:pos x="7" y="111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6" y="20"/>
                </a:cxn>
                <a:cxn ang="0">
                  <a:pos x="28" y="9"/>
                </a:cxn>
                <a:cxn ang="0">
                  <a:pos x="43" y="3"/>
                </a:cxn>
                <a:cxn ang="0">
                  <a:pos x="59" y="0"/>
                </a:cxn>
                <a:cxn ang="0">
                  <a:pos x="76" y="3"/>
                </a:cxn>
                <a:cxn ang="0">
                  <a:pos x="90" y="9"/>
                </a:cxn>
                <a:cxn ang="0">
                  <a:pos x="103" y="18"/>
                </a:cxn>
                <a:cxn ang="0">
                  <a:pos x="111" y="32"/>
                </a:cxn>
                <a:cxn ang="0">
                  <a:pos x="116" y="49"/>
                </a:cxn>
                <a:cxn ang="0">
                  <a:pos x="117" y="70"/>
                </a:cxn>
                <a:cxn ang="0">
                  <a:pos x="117" y="75"/>
                </a:cxn>
                <a:cxn ang="0">
                  <a:pos x="16" y="75"/>
                </a:cxn>
                <a:cxn ang="0">
                  <a:pos x="16" y="62"/>
                </a:cxn>
                <a:cxn ang="0">
                  <a:pos x="102" y="62"/>
                </a:cxn>
                <a:cxn ang="0">
                  <a:pos x="97" y="42"/>
                </a:cxn>
                <a:cxn ang="0">
                  <a:pos x="89" y="27"/>
                </a:cxn>
                <a:cxn ang="0">
                  <a:pos x="76" y="17"/>
                </a:cxn>
                <a:cxn ang="0">
                  <a:pos x="59" y="14"/>
                </a:cxn>
                <a:cxn ang="0">
                  <a:pos x="43" y="17"/>
                </a:cxn>
                <a:cxn ang="0">
                  <a:pos x="28" y="27"/>
                </a:cxn>
                <a:cxn ang="0">
                  <a:pos x="20" y="42"/>
                </a:cxn>
                <a:cxn ang="0">
                  <a:pos x="16" y="62"/>
                </a:cxn>
              </a:cxnLst>
              <a:rect l="0" t="0" r="r" b="b"/>
              <a:pathLst>
                <a:path w="117" h="144">
                  <a:moveTo>
                    <a:pt x="16" y="75"/>
                  </a:moveTo>
                  <a:lnTo>
                    <a:pt x="16" y="76"/>
                  </a:lnTo>
                  <a:lnTo>
                    <a:pt x="17" y="92"/>
                  </a:lnTo>
                  <a:lnTo>
                    <a:pt x="21" y="104"/>
                  </a:lnTo>
                  <a:lnTo>
                    <a:pt x="28" y="116"/>
                  </a:lnTo>
                  <a:lnTo>
                    <a:pt x="37" y="124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5" y="128"/>
                  </a:lnTo>
                  <a:lnTo>
                    <a:pt x="88" y="121"/>
                  </a:lnTo>
                  <a:lnTo>
                    <a:pt x="96" y="111"/>
                  </a:lnTo>
                  <a:lnTo>
                    <a:pt x="100" y="99"/>
                  </a:lnTo>
                  <a:lnTo>
                    <a:pt x="116" y="99"/>
                  </a:lnTo>
                  <a:lnTo>
                    <a:pt x="113" y="111"/>
                  </a:lnTo>
                  <a:lnTo>
                    <a:pt x="107" y="121"/>
                  </a:lnTo>
                  <a:lnTo>
                    <a:pt x="97" y="131"/>
                  </a:lnTo>
                  <a:lnTo>
                    <a:pt x="81" y="141"/>
                  </a:lnTo>
                  <a:lnTo>
                    <a:pt x="59" y="144"/>
                  </a:lnTo>
                  <a:lnTo>
                    <a:pt x="43" y="142"/>
                  </a:lnTo>
                  <a:lnTo>
                    <a:pt x="27" y="135"/>
                  </a:lnTo>
                  <a:lnTo>
                    <a:pt x="16" y="125"/>
                  </a:lnTo>
                  <a:lnTo>
                    <a:pt x="7" y="111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6" y="20"/>
                  </a:lnTo>
                  <a:lnTo>
                    <a:pt x="28" y="9"/>
                  </a:lnTo>
                  <a:lnTo>
                    <a:pt x="43" y="3"/>
                  </a:lnTo>
                  <a:lnTo>
                    <a:pt x="59" y="0"/>
                  </a:lnTo>
                  <a:lnTo>
                    <a:pt x="76" y="3"/>
                  </a:lnTo>
                  <a:lnTo>
                    <a:pt x="90" y="9"/>
                  </a:lnTo>
                  <a:lnTo>
                    <a:pt x="103" y="18"/>
                  </a:lnTo>
                  <a:lnTo>
                    <a:pt x="111" y="32"/>
                  </a:lnTo>
                  <a:lnTo>
                    <a:pt x="116" y="49"/>
                  </a:lnTo>
                  <a:lnTo>
                    <a:pt x="117" y="70"/>
                  </a:lnTo>
                  <a:lnTo>
                    <a:pt x="117" y="75"/>
                  </a:lnTo>
                  <a:lnTo>
                    <a:pt x="16" y="75"/>
                  </a:lnTo>
                  <a:close/>
                  <a:moveTo>
                    <a:pt x="16" y="62"/>
                  </a:moveTo>
                  <a:lnTo>
                    <a:pt x="102" y="62"/>
                  </a:lnTo>
                  <a:lnTo>
                    <a:pt x="97" y="42"/>
                  </a:lnTo>
                  <a:lnTo>
                    <a:pt x="89" y="27"/>
                  </a:lnTo>
                  <a:lnTo>
                    <a:pt x="76" y="17"/>
                  </a:lnTo>
                  <a:lnTo>
                    <a:pt x="59" y="14"/>
                  </a:lnTo>
                  <a:lnTo>
                    <a:pt x="43" y="17"/>
                  </a:lnTo>
                  <a:lnTo>
                    <a:pt x="28" y="27"/>
                  </a:lnTo>
                  <a:lnTo>
                    <a:pt x="20" y="42"/>
                  </a:lnTo>
                  <a:lnTo>
                    <a:pt x="16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2" name="Freeform 226"/>
            <p:cNvSpPr>
              <a:spLocks/>
            </p:cNvSpPr>
            <p:nvPr/>
          </p:nvSpPr>
          <p:spPr bwMode="auto">
            <a:xfrm>
              <a:off x="2202778" y="1273400"/>
              <a:ext cx="57868" cy="72147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6" y="97"/>
                </a:cxn>
                <a:cxn ang="0">
                  <a:pos x="19" y="110"/>
                </a:cxn>
                <a:cxn ang="0">
                  <a:pos x="26" y="121"/>
                </a:cxn>
                <a:cxn ang="0">
                  <a:pos x="38" y="128"/>
                </a:cxn>
                <a:cxn ang="0">
                  <a:pos x="53" y="130"/>
                </a:cxn>
                <a:cxn ang="0">
                  <a:pos x="68" y="128"/>
                </a:cxn>
                <a:cxn ang="0">
                  <a:pos x="80" y="123"/>
                </a:cxn>
                <a:cxn ang="0">
                  <a:pos x="84" y="120"/>
                </a:cxn>
                <a:cxn ang="0">
                  <a:pos x="87" y="116"/>
                </a:cxn>
                <a:cxn ang="0">
                  <a:pos x="88" y="110"/>
                </a:cxn>
                <a:cxn ang="0">
                  <a:pos x="88" y="104"/>
                </a:cxn>
                <a:cxn ang="0">
                  <a:pos x="84" y="94"/>
                </a:cxn>
                <a:cxn ang="0">
                  <a:pos x="73" y="86"/>
                </a:cxn>
                <a:cxn ang="0">
                  <a:pos x="53" y="79"/>
                </a:cxn>
                <a:cxn ang="0">
                  <a:pos x="52" y="79"/>
                </a:cxn>
                <a:cxn ang="0">
                  <a:pos x="35" y="75"/>
                </a:cxn>
                <a:cxn ang="0">
                  <a:pos x="22" y="69"/>
                </a:cxn>
                <a:cxn ang="0">
                  <a:pos x="14" y="63"/>
                </a:cxn>
                <a:cxn ang="0">
                  <a:pos x="7" y="54"/>
                </a:cxn>
                <a:cxn ang="0">
                  <a:pos x="4" y="39"/>
                </a:cxn>
                <a:cxn ang="0">
                  <a:pos x="7" y="24"/>
                </a:cxn>
                <a:cxn ang="0">
                  <a:pos x="16" y="11"/>
                </a:cxn>
                <a:cxn ang="0">
                  <a:pos x="32" y="3"/>
                </a:cxn>
                <a:cxn ang="0">
                  <a:pos x="50" y="0"/>
                </a:cxn>
                <a:cxn ang="0">
                  <a:pos x="64" y="1"/>
                </a:cxn>
                <a:cxn ang="0">
                  <a:pos x="77" y="6"/>
                </a:cxn>
                <a:cxn ang="0">
                  <a:pos x="87" y="13"/>
                </a:cxn>
                <a:cxn ang="0">
                  <a:pos x="97" y="27"/>
                </a:cxn>
                <a:cxn ang="0">
                  <a:pos x="101" y="44"/>
                </a:cxn>
                <a:cxn ang="0">
                  <a:pos x="85" y="44"/>
                </a:cxn>
                <a:cxn ang="0">
                  <a:pos x="84" y="38"/>
                </a:cxn>
                <a:cxn ang="0">
                  <a:pos x="83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64" y="17"/>
                </a:cxn>
                <a:cxn ang="0">
                  <a:pos x="50" y="14"/>
                </a:cxn>
                <a:cxn ang="0">
                  <a:pos x="38" y="16"/>
                </a:cxn>
                <a:cxn ang="0">
                  <a:pos x="28" y="21"/>
                </a:cxn>
                <a:cxn ang="0">
                  <a:pos x="23" y="24"/>
                </a:cxn>
                <a:cxn ang="0">
                  <a:pos x="22" y="28"/>
                </a:cxn>
                <a:cxn ang="0">
                  <a:pos x="19" y="32"/>
                </a:cxn>
                <a:cxn ang="0">
                  <a:pos x="19" y="38"/>
                </a:cxn>
                <a:cxn ang="0">
                  <a:pos x="23" y="49"/>
                </a:cxn>
                <a:cxn ang="0">
                  <a:pos x="36" y="58"/>
                </a:cxn>
                <a:cxn ang="0">
                  <a:pos x="56" y="65"/>
                </a:cxn>
                <a:cxn ang="0">
                  <a:pos x="59" y="65"/>
                </a:cxn>
                <a:cxn ang="0">
                  <a:pos x="60" y="66"/>
                </a:cxn>
                <a:cxn ang="0">
                  <a:pos x="63" y="66"/>
                </a:cxn>
                <a:cxn ang="0">
                  <a:pos x="83" y="73"/>
                </a:cxn>
                <a:cxn ang="0">
                  <a:pos x="95" y="80"/>
                </a:cxn>
                <a:cxn ang="0">
                  <a:pos x="102" y="90"/>
                </a:cxn>
                <a:cxn ang="0">
                  <a:pos x="105" y="104"/>
                </a:cxn>
                <a:cxn ang="0">
                  <a:pos x="104" y="116"/>
                </a:cxn>
                <a:cxn ang="0">
                  <a:pos x="98" y="125"/>
                </a:cxn>
                <a:cxn ang="0">
                  <a:pos x="91" y="132"/>
                </a:cxn>
                <a:cxn ang="0">
                  <a:pos x="74" y="141"/>
                </a:cxn>
                <a:cxn ang="0">
                  <a:pos x="53" y="144"/>
                </a:cxn>
                <a:cxn ang="0">
                  <a:pos x="32" y="141"/>
                </a:cxn>
                <a:cxn ang="0">
                  <a:pos x="15" y="131"/>
                </a:cxn>
                <a:cxn ang="0">
                  <a:pos x="7" y="121"/>
                </a:cxn>
                <a:cxn ang="0">
                  <a:pos x="2" y="110"/>
                </a:cxn>
                <a:cxn ang="0">
                  <a:pos x="0" y="97"/>
                </a:cxn>
              </a:cxnLst>
              <a:rect l="0" t="0" r="r" b="b"/>
              <a:pathLst>
                <a:path w="105" h="144">
                  <a:moveTo>
                    <a:pt x="0" y="97"/>
                  </a:moveTo>
                  <a:lnTo>
                    <a:pt x="16" y="97"/>
                  </a:lnTo>
                  <a:lnTo>
                    <a:pt x="19" y="110"/>
                  </a:lnTo>
                  <a:lnTo>
                    <a:pt x="26" y="121"/>
                  </a:lnTo>
                  <a:lnTo>
                    <a:pt x="38" y="128"/>
                  </a:lnTo>
                  <a:lnTo>
                    <a:pt x="53" y="130"/>
                  </a:lnTo>
                  <a:lnTo>
                    <a:pt x="68" y="128"/>
                  </a:lnTo>
                  <a:lnTo>
                    <a:pt x="80" y="123"/>
                  </a:lnTo>
                  <a:lnTo>
                    <a:pt x="84" y="120"/>
                  </a:lnTo>
                  <a:lnTo>
                    <a:pt x="87" y="116"/>
                  </a:lnTo>
                  <a:lnTo>
                    <a:pt x="88" y="110"/>
                  </a:lnTo>
                  <a:lnTo>
                    <a:pt x="88" y="104"/>
                  </a:lnTo>
                  <a:lnTo>
                    <a:pt x="84" y="94"/>
                  </a:lnTo>
                  <a:lnTo>
                    <a:pt x="73" y="86"/>
                  </a:lnTo>
                  <a:lnTo>
                    <a:pt x="53" y="79"/>
                  </a:lnTo>
                  <a:lnTo>
                    <a:pt x="52" y="79"/>
                  </a:lnTo>
                  <a:lnTo>
                    <a:pt x="35" y="75"/>
                  </a:lnTo>
                  <a:lnTo>
                    <a:pt x="22" y="69"/>
                  </a:lnTo>
                  <a:lnTo>
                    <a:pt x="14" y="63"/>
                  </a:lnTo>
                  <a:lnTo>
                    <a:pt x="7" y="54"/>
                  </a:lnTo>
                  <a:lnTo>
                    <a:pt x="4" y="39"/>
                  </a:lnTo>
                  <a:lnTo>
                    <a:pt x="7" y="24"/>
                  </a:lnTo>
                  <a:lnTo>
                    <a:pt x="16" y="11"/>
                  </a:lnTo>
                  <a:lnTo>
                    <a:pt x="32" y="3"/>
                  </a:lnTo>
                  <a:lnTo>
                    <a:pt x="50" y="0"/>
                  </a:lnTo>
                  <a:lnTo>
                    <a:pt x="64" y="1"/>
                  </a:lnTo>
                  <a:lnTo>
                    <a:pt x="77" y="6"/>
                  </a:lnTo>
                  <a:lnTo>
                    <a:pt x="87" y="13"/>
                  </a:lnTo>
                  <a:lnTo>
                    <a:pt x="97" y="27"/>
                  </a:lnTo>
                  <a:lnTo>
                    <a:pt x="101" y="44"/>
                  </a:lnTo>
                  <a:lnTo>
                    <a:pt x="85" y="44"/>
                  </a:lnTo>
                  <a:lnTo>
                    <a:pt x="84" y="38"/>
                  </a:lnTo>
                  <a:lnTo>
                    <a:pt x="83" y="31"/>
                  </a:lnTo>
                  <a:lnTo>
                    <a:pt x="80" y="27"/>
                  </a:lnTo>
                  <a:lnTo>
                    <a:pt x="76" y="23"/>
                  </a:lnTo>
                  <a:lnTo>
                    <a:pt x="64" y="17"/>
                  </a:lnTo>
                  <a:lnTo>
                    <a:pt x="50" y="14"/>
                  </a:lnTo>
                  <a:lnTo>
                    <a:pt x="38" y="16"/>
                  </a:lnTo>
                  <a:lnTo>
                    <a:pt x="28" y="21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9" y="32"/>
                  </a:lnTo>
                  <a:lnTo>
                    <a:pt x="19" y="38"/>
                  </a:lnTo>
                  <a:lnTo>
                    <a:pt x="23" y="49"/>
                  </a:lnTo>
                  <a:lnTo>
                    <a:pt x="36" y="58"/>
                  </a:lnTo>
                  <a:lnTo>
                    <a:pt x="56" y="65"/>
                  </a:lnTo>
                  <a:lnTo>
                    <a:pt x="59" y="65"/>
                  </a:lnTo>
                  <a:lnTo>
                    <a:pt x="60" y="66"/>
                  </a:lnTo>
                  <a:lnTo>
                    <a:pt x="63" y="66"/>
                  </a:lnTo>
                  <a:lnTo>
                    <a:pt x="83" y="73"/>
                  </a:lnTo>
                  <a:lnTo>
                    <a:pt x="95" y="80"/>
                  </a:lnTo>
                  <a:lnTo>
                    <a:pt x="102" y="90"/>
                  </a:lnTo>
                  <a:lnTo>
                    <a:pt x="105" y="104"/>
                  </a:lnTo>
                  <a:lnTo>
                    <a:pt x="104" y="116"/>
                  </a:lnTo>
                  <a:lnTo>
                    <a:pt x="98" y="125"/>
                  </a:lnTo>
                  <a:lnTo>
                    <a:pt x="91" y="132"/>
                  </a:lnTo>
                  <a:lnTo>
                    <a:pt x="74" y="141"/>
                  </a:lnTo>
                  <a:lnTo>
                    <a:pt x="53" y="144"/>
                  </a:lnTo>
                  <a:lnTo>
                    <a:pt x="32" y="141"/>
                  </a:lnTo>
                  <a:lnTo>
                    <a:pt x="15" y="131"/>
                  </a:lnTo>
                  <a:lnTo>
                    <a:pt x="7" y="121"/>
                  </a:lnTo>
                  <a:lnTo>
                    <a:pt x="2" y="11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3" name="Freeform 227"/>
            <p:cNvSpPr>
              <a:spLocks/>
            </p:cNvSpPr>
            <p:nvPr/>
          </p:nvSpPr>
          <p:spPr bwMode="auto">
            <a:xfrm>
              <a:off x="2283242" y="1273400"/>
              <a:ext cx="57868" cy="72147"/>
            </a:xfrm>
            <a:custGeom>
              <a:avLst/>
              <a:gdLst/>
              <a:ahLst/>
              <a:cxnLst>
                <a:cxn ang="0">
                  <a:pos x="15" y="97"/>
                </a:cxn>
                <a:cxn ang="0">
                  <a:pos x="27" y="121"/>
                </a:cxn>
                <a:cxn ang="0">
                  <a:pos x="52" y="130"/>
                </a:cxn>
                <a:cxn ang="0">
                  <a:pos x="79" y="123"/>
                </a:cxn>
                <a:cxn ang="0">
                  <a:pos x="86" y="116"/>
                </a:cxn>
                <a:cxn ang="0">
                  <a:pos x="89" y="104"/>
                </a:cxn>
                <a:cxn ang="0">
                  <a:pos x="80" y="90"/>
                </a:cxn>
                <a:cxn ang="0">
                  <a:pos x="35" y="75"/>
                </a:cxn>
                <a:cxn ang="0">
                  <a:pos x="13" y="63"/>
                </a:cxn>
                <a:cxn ang="0">
                  <a:pos x="4" y="49"/>
                </a:cxn>
                <a:cxn ang="0">
                  <a:pos x="5" y="24"/>
                </a:cxn>
                <a:cxn ang="0">
                  <a:pos x="31" y="3"/>
                </a:cxn>
                <a:cxn ang="0">
                  <a:pos x="63" y="1"/>
                </a:cxn>
                <a:cxn ang="0">
                  <a:pos x="86" y="13"/>
                </a:cxn>
                <a:cxn ang="0">
                  <a:pos x="98" y="31"/>
                </a:cxn>
                <a:cxn ang="0">
                  <a:pos x="86" y="44"/>
                </a:cxn>
                <a:cxn ang="0">
                  <a:pos x="81" y="30"/>
                </a:cxn>
                <a:cxn ang="0">
                  <a:pos x="74" y="23"/>
                </a:cxn>
                <a:cxn ang="0">
                  <a:pos x="49" y="14"/>
                </a:cxn>
                <a:cxn ang="0">
                  <a:pos x="27" y="21"/>
                </a:cxn>
                <a:cxn ang="0">
                  <a:pos x="21" y="28"/>
                </a:cxn>
                <a:cxn ang="0">
                  <a:pos x="20" y="38"/>
                </a:cxn>
                <a:cxn ang="0">
                  <a:pos x="28" y="54"/>
                </a:cxn>
                <a:cxn ang="0">
                  <a:pos x="56" y="65"/>
                </a:cxn>
                <a:cxn ang="0">
                  <a:pos x="62" y="66"/>
                </a:cxn>
                <a:cxn ang="0">
                  <a:pos x="83" y="73"/>
                </a:cxn>
                <a:cxn ang="0">
                  <a:pos x="103" y="90"/>
                </a:cxn>
                <a:cxn ang="0">
                  <a:pos x="104" y="116"/>
                </a:cxn>
                <a:cxn ang="0">
                  <a:pos x="90" y="132"/>
                </a:cxn>
                <a:cxn ang="0">
                  <a:pos x="53" y="144"/>
                </a:cxn>
                <a:cxn ang="0">
                  <a:pos x="15" y="131"/>
                </a:cxn>
                <a:cxn ang="0">
                  <a:pos x="1" y="110"/>
                </a:cxn>
              </a:cxnLst>
              <a:rect l="0" t="0" r="r" b="b"/>
              <a:pathLst>
                <a:path w="105" h="144">
                  <a:moveTo>
                    <a:pt x="0" y="97"/>
                  </a:moveTo>
                  <a:lnTo>
                    <a:pt x="15" y="97"/>
                  </a:lnTo>
                  <a:lnTo>
                    <a:pt x="20" y="110"/>
                  </a:lnTo>
                  <a:lnTo>
                    <a:pt x="27" y="121"/>
                  </a:lnTo>
                  <a:lnTo>
                    <a:pt x="38" y="128"/>
                  </a:lnTo>
                  <a:lnTo>
                    <a:pt x="52" y="130"/>
                  </a:lnTo>
                  <a:lnTo>
                    <a:pt x="67" y="128"/>
                  </a:lnTo>
                  <a:lnTo>
                    <a:pt x="79" y="123"/>
                  </a:lnTo>
                  <a:lnTo>
                    <a:pt x="83" y="120"/>
                  </a:lnTo>
                  <a:lnTo>
                    <a:pt x="86" y="116"/>
                  </a:lnTo>
                  <a:lnTo>
                    <a:pt x="89" y="110"/>
                  </a:lnTo>
                  <a:lnTo>
                    <a:pt x="89" y="104"/>
                  </a:lnTo>
                  <a:lnTo>
                    <a:pt x="86" y="96"/>
                  </a:lnTo>
                  <a:lnTo>
                    <a:pt x="80" y="90"/>
                  </a:lnTo>
                  <a:lnTo>
                    <a:pt x="69" y="83"/>
                  </a:lnTo>
                  <a:lnTo>
                    <a:pt x="35" y="75"/>
                  </a:lnTo>
                  <a:lnTo>
                    <a:pt x="21" y="69"/>
                  </a:lnTo>
                  <a:lnTo>
                    <a:pt x="13" y="63"/>
                  </a:lnTo>
                  <a:lnTo>
                    <a:pt x="7" y="58"/>
                  </a:lnTo>
                  <a:lnTo>
                    <a:pt x="4" y="49"/>
                  </a:lnTo>
                  <a:lnTo>
                    <a:pt x="3" y="39"/>
                  </a:lnTo>
                  <a:lnTo>
                    <a:pt x="5" y="24"/>
                  </a:lnTo>
                  <a:lnTo>
                    <a:pt x="15" y="11"/>
                  </a:lnTo>
                  <a:lnTo>
                    <a:pt x="31" y="3"/>
                  </a:lnTo>
                  <a:lnTo>
                    <a:pt x="49" y="0"/>
                  </a:lnTo>
                  <a:lnTo>
                    <a:pt x="63" y="1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98" y="31"/>
                  </a:lnTo>
                  <a:lnTo>
                    <a:pt x="101" y="44"/>
                  </a:lnTo>
                  <a:lnTo>
                    <a:pt x="86" y="44"/>
                  </a:lnTo>
                  <a:lnTo>
                    <a:pt x="84" y="38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4" y="23"/>
                  </a:lnTo>
                  <a:lnTo>
                    <a:pt x="65" y="17"/>
                  </a:lnTo>
                  <a:lnTo>
                    <a:pt x="49" y="14"/>
                  </a:lnTo>
                  <a:lnTo>
                    <a:pt x="36" y="16"/>
                  </a:lnTo>
                  <a:lnTo>
                    <a:pt x="27" y="21"/>
                  </a:lnTo>
                  <a:lnTo>
                    <a:pt x="24" y="24"/>
                  </a:lnTo>
                  <a:lnTo>
                    <a:pt x="21" y="28"/>
                  </a:lnTo>
                  <a:lnTo>
                    <a:pt x="20" y="32"/>
                  </a:lnTo>
                  <a:lnTo>
                    <a:pt x="20" y="38"/>
                  </a:lnTo>
                  <a:lnTo>
                    <a:pt x="22" y="47"/>
                  </a:lnTo>
                  <a:lnTo>
                    <a:pt x="28" y="54"/>
                  </a:lnTo>
                  <a:lnTo>
                    <a:pt x="39" y="59"/>
                  </a:lnTo>
                  <a:lnTo>
                    <a:pt x="56" y="65"/>
                  </a:lnTo>
                  <a:lnTo>
                    <a:pt x="59" y="65"/>
                  </a:lnTo>
                  <a:lnTo>
                    <a:pt x="62" y="66"/>
                  </a:lnTo>
                  <a:lnTo>
                    <a:pt x="63" y="66"/>
                  </a:lnTo>
                  <a:lnTo>
                    <a:pt x="83" y="73"/>
                  </a:lnTo>
                  <a:lnTo>
                    <a:pt x="96" y="80"/>
                  </a:lnTo>
                  <a:lnTo>
                    <a:pt x="103" y="90"/>
                  </a:lnTo>
                  <a:lnTo>
                    <a:pt x="105" y="104"/>
                  </a:lnTo>
                  <a:lnTo>
                    <a:pt x="104" y="116"/>
                  </a:lnTo>
                  <a:lnTo>
                    <a:pt x="98" y="125"/>
                  </a:lnTo>
                  <a:lnTo>
                    <a:pt x="90" y="132"/>
                  </a:lnTo>
                  <a:lnTo>
                    <a:pt x="74" y="141"/>
                  </a:lnTo>
                  <a:lnTo>
                    <a:pt x="53" y="144"/>
                  </a:lnTo>
                  <a:lnTo>
                    <a:pt x="32" y="141"/>
                  </a:lnTo>
                  <a:lnTo>
                    <a:pt x="15" y="131"/>
                  </a:lnTo>
                  <a:lnTo>
                    <a:pt x="7" y="121"/>
                  </a:lnTo>
                  <a:lnTo>
                    <a:pt x="1" y="11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4" name="Freeform 228"/>
            <p:cNvSpPr>
              <a:spLocks/>
            </p:cNvSpPr>
            <p:nvPr/>
          </p:nvSpPr>
          <p:spPr bwMode="auto">
            <a:xfrm>
              <a:off x="2424330" y="1249351"/>
              <a:ext cx="69993" cy="93691"/>
            </a:xfrm>
            <a:custGeom>
              <a:avLst/>
              <a:gdLst/>
              <a:ahLst/>
              <a:cxnLst>
                <a:cxn ang="0">
                  <a:pos x="0" y="187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124" y="16"/>
                </a:cxn>
                <a:cxn ang="0">
                  <a:pos x="17" y="16"/>
                </a:cxn>
                <a:cxn ang="0">
                  <a:pos x="17" y="83"/>
                </a:cxn>
                <a:cxn ang="0">
                  <a:pos x="114" y="83"/>
                </a:cxn>
                <a:cxn ang="0">
                  <a:pos x="114" y="99"/>
                </a:cxn>
                <a:cxn ang="0">
                  <a:pos x="17" y="99"/>
                </a:cxn>
                <a:cxn ang="0">
                  <a:pos x="17" y="172"/>
                </a:cxn>
                <a:cxn ang="0">
                  <a:pos x="127" y="172"/>
                </a:cxn>
                <a:cxn ang="0">
                  <a:pos x="127" y="187"/>
                </a:cxn>
                <a:cxn ang="0">
                  <a:pos x="0" y="187"/>
                </a:cxn>
              </a:cxnLst>
              <a:rect l="0" t="0" r="r" b="b"/>
              <a:pathLst>
                <a:path w="127" h="187">
                  <a:moveTo>
                    <a:pt x="0" y="187"/>
                  </a:moveTo>
                  <a:lnTo>
                    <a:pt x="0" y="0"/>
                  </a:lnTo>
                  <a:lnTo>
                    <a:pt x="124" y="0"/>
                  </a:lnTo>
                  <a:lnTo>
                    <a:pt x="124" y="16"/>
                  </a:lnTo>
                  <a:lnTo>
                    <a:pt x="17" y="16"/>
                  </a:lnTo>
                  <a:lnTo>
                    <a:pt x="17" y="83"/>
                  </a:lnTo>
                  <a:lnTo>
                    <a:pt x="114" y="83"/>
                  </a:lnTo>
                  <a:lnTo>
                    <a:pt x="114" y="99"/>
                  </a:lnTo>
                  <a:lnTo>
                    <a:pt x="17" y="99"/>
                  </a:lnTo>
                  <a:lnTo>
                    <a:pt x="17" y="172"/>
                  </a:lnTo>
                  <a:lnTo>
                    <a:pt x="127" y="172"/>
                  </a:lnTo>
                  <a:lnTo>
                    <a:pt x="127" y="187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5" name="Freeform 229"/>
            <p:cNvSpPr>
              <a:spLocks/>
            </p:cNvSpPr>
            <p:nvPr/>
          </p:nvSpPr>
          <p:spPr bwMode="auto">
            <a:xfrm>
              <a:off x="2509754" y="1275404"/>
              <a:ext cx="64482" cy="67638"/>
            </a:xfrm>
            <a:custGeom>
              <a:avLst/>
              <a:gdLst/>
              <a:ahLst/>
              <a:cxnLst>
                <a:cxn ang="0">
                  <a:pos x="0" y="135"/>
                </a:cxn>
                <a:cxn ang="0">
                  <a:pos x="48" y="66"/>
                </a:cxn>
                <a:cxn ang="0">
                  <a:pos x="3" y="0"/>
                </a:cxn>
                <a:cxn ang="0">
                  <a:pos x="22" y="0"/>
                </a:cxn>
                <a:cxn ang="0">
                  <a:pos x="58" y="54"/>
                </a:cxn>
                <a:cxn ang="0">
                  <a:pos x="93" y="0"/>
                </a:cxn>
                <a:cxn ang="0">
                  <a:pos x="111" y="0"/>
                </a:cxn>
                <a:cxn ang="0">
                  <a:pos x="67" y="66"/>
                </a:cxn>
                <a:cxn ang="0">
                  <a:pos x="117" y="135"/>
                </a:cxn>
                <a:cxn ang="0">
                  <a:pos x="97" y="135"/>
                </a:cxn>
                <a:cxn ang="0">
                  <a:pos x="58" y="78"/>
                </a:cxn>
                <a:cxn ang="0">
                  <a:pos x="18" y="135"/>
                </a:cxn>
                <a:cxn ang="0">
                  <a:pos x="0" y="135"/>
                </a:cxn>
              </a:cxnLst>
              <a:rect l="0" t="0" r="r" b="b"/>
              <a:pathLst>
                <a:path w="117" h="135">
                  <a:moveTo>
                    <a:pt x="0" y="135"/>
                  </a:moveTo>
                  <a:lnTo>
                    <a:pt x="48" y="66"/>
                  </a:lnTo>
                  <a:lnTo>
                    <a:pt x="3" y="0"/>
                  </a:lnTo>
                  <a:lnTo>
                    <a:pt x="22" y="0"/>
                  </a:lnTo>
                  <a:lnTo>
                    <a:pt x="58" y="54"/>
                  </a:lnTo>
                  <a:lnTo>
                    <a:pt x="93" y="0"/>
                  </a:lnTo>
                  <a:lnTo>
                    <a:pt x="111" y="0"/>
                  </a:lnTo>
                  <a:lnTo>
                    <a:pt x="67" y="66"/>
                  </a:lnTo>
                  <a:lnTo>
                    <a:pt x="117" y="135"/>
                  </a:lnTo>
                  <a:lnTo>
                    <a:pt x="97" y="135"/>
                  </a:lnTo>
                  <a:lnTo>
                    <a:pt x="58" y="78"/>
                  </a:lnTo>
                  <a:lnTo>
                    <a:pt x="18" y="135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6" name="Freeform 230"/>
            <p:cNvSpPr>
              <a:spLocks/>
            </p:cNvSpPr>
            <p:nvPr/>
          </p:nvSpPr>
          <p:spPr bwMode="auto">
            <a:xfrm>
              <a:off x="2589667" y="1273400"/>
              <a:ext cx="63379" cy="72147"/>
            </a:xfrm>
            <a:custGeom>
              <a:avLst/>
              <a:gdLst/>
              <a:ahLst/>
              <a:cxnLst>
                <a:cxn ang="0">
                  <a:pos x="100" y="93"/>
                </a:cxn>
                <a:cxn ang="0">
                  <a:pos x="115" y="93"/>
                </a:cxn>
                <a:cxn ang="0">
                  <a:pos x="112" y="107"/>
                </a:cxn>
                <a:cxn ang="0">
                  <a:pos x="107" y="120"/>
                </a:cxn>
                <a:cxn ang="0">
                  <a:pos x="98" y="130"/>
                </a:cxn>
                <a:cxn ang="0">
                  <a:pos x="87" y="138"/>
                </a:cxn>
                <a:cxn ang="0">
                  <a:pos x="74" y="142"/>
                </a:cxn>
                <a:cxn ang="0">
                  <a:pos x="59" y="144"/>
                </a:cxn>
                <a:cxn ang="0">
                  <a:pos x="42" y="141"/>
                </a:cxn>
                <a:cxn ang="0">
                  <a:pos x="28" y="135"/>
                </a:cxn>
                <a:cxn ang="0">
                  <a:pos x="15" y="124"/>
                </a:cxn>
                <a:cxn ang="0">
                  <a:pos x="7" y="110"/>
                </a:cxn>
                <a:cxn ang="0">
                  <a:pos x="1" y="93"/>
                </a:cxn>
                <a:cxn ang="0">
                  <a:pos x="0" y="73"/>
                </a:cxn>
                <a:cxn ang="0">
                  <a:pos x="1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3" y="3"/>
                </a:cxn>
                <a:cxn ang="0">
                  <a:pos x="60" y="0"/>
                </a:cxn>
                <a:cxn ang="0">
                  <a:pos x="74" y="1"/>
                </a:cxn>
                <a:cxn ang="0">
                  <a:pos x="87" y="6"/>
                </a:cxn>
                <a:cxn ang="0">
                  <a:pos x="98" y="14"/>
                </a:cxn>
                <a:cxn ang="0">
                  <a:pos x="107" y="24"/>
                </a:cxn>
                <a:cxn ang="0">
                  <a:pos x="111" y="35"/>
                </a:cxn>
                <a:cxn ang="0">
                  <a:pos x="114" y="48"/>
                </a:cxn>
                <a:cxn ang="0">
                  <a:pos x="98" y="48"/>
                </a:cxn>
                <a:cxn ang="0">
                  <a:pos x="94" y="34"/>
                </a:cxn>
                <a:cxn ang="0">
                  <a:pos x="86" y="24"/>
                </a:cxn>
                <a:cxn ang="0">
                  <a:pos x="74" y="17"/>
                </a:cxn>
                <a:cxn ang="0">
                  <a:pos x="60" y="14"/>
                </a:cxn>
                <a:cxn ang="0">
                  <a:pos x="48" y="16"/>
                </a:cxn>
                <a:cxn ang="0">
                  <a:pos x="36" y="21"/>
                </a:cxn>
                <a:cxn ang="0">
                  <a:pos x="28" y="30"/>
                </a:cxn>
                <a:cxn ang="0">
                  <a:pos x="21" y="41"/>
                </a:cxn>
                <a:cxn ang="0">
                  <a:pos x="18" y="55"/>
                </a:cxn>
                <a:cxn ang="0">
                  <a:pos x="17" y="72"/>
                </a:cxn>
                <a:cxn ang="0">
                  <a:pos x="18" y="89"/>
                </a:cxn>
                <a:cxn ang="0">
                  <a:pos x="21" y="103"/>
                </a:cxn>
                <a:cxn ang="0">
                  <a:pos x="28" y="114"/>
                </a:cxn>
                <a:cxn ang="0">
                  <a:pos x="38" y="123"/>
                </a:cxn>
                <a:cxn ang="0">
                  <a:pos x="48" y="128"/>
                </a:cxn>
                <a:cxn ang="0">
                  <a:pos x="60" y="130"/>
                </a:cxn>
                <a:cxn ang="0">
                  <a:pos x="76" y="127"/>
                </a:cxn>
                <a:cxn ang="0">
                  <a:pos x="87" y="120"/>
                </a:cxn>
                <a:cxn ang="0">
                  <a:pos x="95" y="108"/>
                </a:cxn>
                <a:cxn ang="0">
                  <a:pos x="100" y="93"/>
                </a:cxn>
              </a:cxnLst>
              <a:rect l="0" t="0" r="r" b="b"/>
              <a:pathLst>
                <a:path w="115" h="144">
                  <a:moveTo>
                    <a:pt x="100" y="93"/>
                  </a:moveTo>
                  <a:lnTo>
                    <a:pt x="115" y="93"/>
                  </a:lnTo>
                  <a:lnTo>
                    <a:pt x="112" y="107"/>
                  </a:lnTo>
                  <a:lnTo>
                    <a:pt x="107" y="120"/>
                  </a:lnTo>
                  <a:lnTo>
                    <a:pt x="98" y="130"/>
                  </a:lnTo>
                  <a:lnTo>
                    <a:pt x="87" y="138"/>
                  </a:lnTo>
                  <a:lnTo>
                    <a:pt x="74" y="142"/>
                  </a:lnTo>
                  <a:lnTo>
                    <a:pt x="59" y="144"/>
                  </a:lnTo>
                  <a:lnTo>
                    <a:pt x="42" y="141"/>
                  </a:lnTo>
                  <a:lnTo>
                    <a:pt x="28" y="135"/>
                  </a:lnTo>
                  <a:lnTo>
                    <a:pt x="15" y="124"/>
                  </a:lnTo>
                  <a:lnTo>
                    <a:pt x="7" y="110"/>
                  </a:lnTo>
                  <a:lnTo>
                    <a:pt x="1" y="93"/>
                  </a:lnTo>
                  <a:lnTo>
                    <a:pt x="0" y="73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4" y="1"/>
                  </a:lnTo>
                  <a:lnTo>
                    <a:pt x="87" y="6"/>
                  </a:lnTo>
                  <a:lnTo>
                    <a:pt x="98" y="14"/>
                  </a:lnTo>
                  <a:lnTo>
                    <a:pt x="107" y="24"/>
                  </a:lnTo>
                  <a:lnTo>
                    <a:pt x="111" y="35"/>
                  </a:lnTo>
                  <a:lnTo>
                    <a:pt x="114" y="48"/>
                  </a:lnTo>
                  <a:lnTo>
                    <a:pt x="98" y="48"/>
                  </a:lnTo>
                  <a:lnTo>
                    <a:pt x="94" y="34"/>
                  </a:lnTo>
                  <a:lnTo>
                    <a:pt x="86" y="24"/>
                  </a:lnTo>
                  <a:lnTo>
                    <a:pt x="74" y="17"/>
                  </a:lnTo>
                  <a:lnTo>
                    <a:pt x="60" y="14"/>
                  </a:lnTo>
                  <a:lnTo>
                    <a:pt x="48" y="16"/>
                  </a:lnTo>
                  <a:lnTo>
                    <a:pt x="36" y="21"/>
                  </a:lnTo>
                  <a:lnTo>
                    <a:pt x="28" y="30"/>
                  </a:lnTo>
                  <a:lnTo>
                    <a:pt x="21" y="41"/>
                  </a:lnTo>
                  <a:lnTo>
                    <a:pt x="18" y="55"/>
                  </a:lnTo>
                  <a:lnTo>
                    <a:pt x="17" y="72"/>
                  </a:lnTo>
                  <a:lnTo>
                    <a:pt x="18" y="89"/>
                  </a:lnTo>
                  <a:lnTo>
                    <a:pt x="21" y="103"/>
                  </a:lnTo>
                  <a:lnTo>
                    <a:pt x="28" y="114"/>
                  </a:lnTo>
                  <a:lnTo>
                    <a:pt x="38" y="123"/>
                  </a:lnTo>
                  <a:lnTo>
                    <a:pt x="48" y="128"/>
                  </a:lnTo>
                  <a:lnTo>
                    <a:pt x="60" y="130"/>
                  </a:lnTo>
                  <a:lnTo>
                    <a:pt x="76" y="127"/>
                  </a:lnTo>
                  <a:lnTo>
                    <a:pt x="87" y="120"/>
                  </a:lnTo>
                  <a:lnTo>
                    <a:pt x="95" y="108"/>
                  </a:lnTo>
                  <a:lnTo>
                    <a:pt x="100" y="9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7" name="Freeform 231"/>
            <p:cNvSpPr>
              <a:spLocks noEditPoints="1"/>
            </p:cNvSpPr>
            <p:nvPr/>
          </p:nvSpPr>
          <p:spPr bwMode="auto">
            <a:xfrm>
              <a:off x="2673438" y="1273400"/>
              <a:ext cx="65033" cy="72147"/>
            </a:xfrm>
            <a:custGeom>
              <a:avLst/>
              <a:gdLst/>
              <a:ahLst/>
              <a:cxnLst>
                <a:cxn ang="0">
                  <a:pos x="17" y="75"/>
                </a:cxn>
                <a:cxn ang="0">
                  <a:pos x="17" y="76"/>
                </a:cxn>
                <a:cxn ang="0">
                  <a:pos x="18" y="92"/>
                </a:cxn>
                <a:cxn ang="0">
                  <a:pos x="22" y="104"/>
                </a:cxn>
                <a:cxn ang="0">
                  <a:pos x="28" y="116"/>
                </a:cxn>
                <a:cxn ang="0">
                  <a:pos x="38" y="124"/>
                </a:cxn>
                <a:cxn ang="0">
                  <a:pos x="48" y="128"/>
                </a:cxn>
                <a:cxn ang="0">
                  <a:pos x="60" y="130"/>
                </a:cxn>
                <a:cxn ang="0">
                  <a:pos x="76" y="128"/>
                </a:cxn>
                <a:cxn ang="0">
                  <a:pos x="87" y="121"/>
                </a:cxn>
                <a:cxn ang="0">
                  <a:pos x="95" y="111"/>
                </a:cxn>
                <a:cxn ang="0">
                  <a:pos x="100" y="99"/>
                </a:cxn>
                <a:cxn ang="0">
                  <a:pos x="117" y="99"/>
                </a:cxn>
                <a:cxn ang="0">
                  <a:pos x="110" y="117"/>
                </a:cxn>
                <a:cxn ang="0">
                  <a:pos x="98" y="131"/>
                </a:cxn>
                <a:cxn ang="0">
                  <a:pos x="87" y="138"/>
                </a:cxn>
                <a:cxn ang="0">
                  <a:pos x="74" y="142"/>
                </a:cxn>
                <a:cxn ang="0">
                  <a:pos x="59" y="144"/>
                </a:cxn>
                <a:cxn ang="0">
                  <a:pos x="42" y="142"/>
                </a:cxn>
                <a:cxn ang="0">
                  <a:pos x="28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3"/>
                </a:cxn>
                <a:cxn ang="0">
                  <a:pos x="1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2" y="3"/>
                </a:cxn>
                <a:cxn ang="0">
                  <a:pos x="60" y="0"/>
                </a:cxn>
                <a:cxn ang="0">
                  <a:pos x="77" y="3"/>
                </a:cxn>
                <a:cxn ang="0">
                  <a:pos x="91" y="9"/>
                </a:cxn>
                <a:cxn ang="0">
                  <a:pos x="102" y="18"/>
                </a:cxn>
                <a:cxn ang="0">
                  <a:pos x="111" y="32"/>
                </a:cxn>
                <a:cxn ang="0">
                  <a:pos x="117" y="49"/>
                </a:cxn>
                <a:cxn ang="0">
                  <a:pos x="118" y="70"/>
                </a:cxn>
                <a:cxn ang="0">
                  <a:pos x="118" y="75"/>
                </a:cxn>
                <a:cxn ang="0">
                  <a:pos x="17" y="75"/>
                </a:cxn>
                <a:cxn ang="0">
                  <a:pos x="17" y="62"/>
                </a:cxn>
                <a:cxn ang="0">
                  <a:pos x="101" y="62"/>
                </a:cxn>
                <a:cxn ang="0">
                  <a:pos x="98" y="42"/>
                </a:cxn>
                <a:cxn ang="0">
                  <a:pos x="90" y="27"/>
                </a:cxn>
                <a:cxn ang="0">
                  <a:pos x="76" y="17"/>
                </a:cxn>
                <a:cxn ang="0">
                  <a:pos x="60" y="14"/>
                </a:cxn>
                <a:cxn ang="0">
                  <a:pos x="43" y="17"/>
                </a:cxn>
                <a:cxn ang="0">
                  <a:pos x="29" y="27"/>
                </a:cxn>
                <a:cxn ang="0">
                  <a:pos x="19" y="42"/>
                </a:cxn>
                <a:cxn ang="0">
                  <a:pos x="17" y="62"/>
                </a:cxn>
              </a:cxnLst>
              <a:rect l="0" t="0" r="r" b="b"/>
              <a:pathLst>
                <a:path w="118" h="144">
                  <a:moveTo>
                    <a:pt x="17" y="75"/>
                  </a:moveTo>
                  <a:lnTo>
                    <a:pt x="17" y="76"/>
                  </a:lnTo>
                  <a:lnTo>
                    <a:pt x="18" y="92"/>
                  </a:lnTo>
                  <a:lnTo>
                    <a:pt x="22" y="104"/>
                  </a:lnTo>
                  <a:lnTo>
                    <a:pt x="28" y="116"/>
                  </a:lnTo>
                  <a:lnTo>
                    <a:pt x="38" y="124"/>
                  </a:lnTo>
                  <a:lnTo>
                    <a:pt x="48" y="128"/>
                  </a:lnTo>
                  <a:lnTo>
                    <a:pt x="60" y="130"/>
                  </a:lnTo>
                  <a:lnTo>
                    <a:pt x="76" y="128"/>
                  </a:lnTo>
                  <a:lnTo>
                    <a:pt x="87" y="121"/>
                  </a:lnTo>
                  <a:lnTo>
                    <a:pt x="95" y="111"/>
                  </a:lnTo>
                  <a:lnTo>
                    <a:pt x="100" y="99"/>
                  </a:lnTo>
                  <a:lnTo>
                    <a:pt x="117" y="99"/>
                  </a:lnTo>
                  <a:lnTo>
                    <a:pt x="110" y="117"/>
                  </a:lnTo>
                  <a:lnTo>
                    <a:pt x="98" y="131"/>
                  </a:lnTo>
                  <a:lnTo>
                    <a:pt x="87" y="138"/>
                  </a:lnTo>
                  <a:lnTo>
                    <a:pt x="74" y="142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8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3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2" y="3"/>
                  </a:lnTo>
                  <a:lnTo>
                    <a:pt x="60" y="0"/>
                  </a:lnTo>
                  <a:lnTo>
                    <a:pt x="77" y="3"/>
                  </a:lnTo>
                  <a:lnTo>
                    <a:pt x="91" y="9"/>
                  </a:lnTo>
                  <a:lnTo>
                    <a:pt x="102" y="18"/>
                  </a:lnTo>
                  <a:lnTo>
                    <a:pt x="111" y="32"/>
                  </a:lnTo>
                  <a:lnTo>
                    <a:pt x="117" y="49"/>
                  </a:lnTo>
                  <a:lnTo>
                    <a:pt x="118" y="70"/>
                  </a:lnTo>
                  <a:lnTo>
                    <a:pt x="118" y="75"/>
                  </a:lnTo>
                  <a:lnTo>
                    <a:pt x="17" y="75"/>
                  </a:lnTo>
                  <a:close/>
                  <a:moveTo>
                    <a:pt x="17" y="62"/>
                  </a:moveTo>
                  <a:lnTo>
                    <a:pt x="101" y="62"/>
                  </a:lnTo>
                  <a:lnTo>
                    <a:pt x="98" y="42"/>
                  </a:lnTo>
                  <a:lnTo>
                    <a:pt x="90" y="27"/>
                  </a:lnTo>
                  <a:lnTo>
                    <a:pt x="76" y="17"/>
                  </a:lnTo>
                  <a:lnTo>
                    <a:pt x="60" y="14"/>
                  </a:lnTo>
                  <a:lnTo>
                    <a:pt x="43" y="17"/>
                  </a:lnTo>
                  <a:lnTo>
                    <a:pt x="29" y="27"/>
                  </a:lnTo>
                  <a:lnTo>
                    <a:pt x="19" y="42"/>
                  </a:lnTo>
                  <a:lnTo>
                    <a:pt x="17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8" name="Rectangle 232"/>
            <p:cNvSpPr>
              <a:spLocks noChangeArrowheads="1"/>
            </p:cNvSpPr>
            <p:nvPr/>
          </p:nvSpPr>
          <p:spPr bwMode="auto">
            <a:xfrm>
              <a:off x="2763823" y="1249351"/>
              <a:ext cx="8818" cy="9369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49" name="Rectangle 233"/>
            <p:cNvSpPr>
              <a:spLocks noChangeArrowheads="1"/>
            </p:cNvSpPr>
            <p:nvPr/>
          </p:nvSpPr>
          <p:spPr bwMode="auto">
            <a:xfrm>
              <a:off x="2803504" y="1249351"/>
              <a:ext cx="8818" cy="93691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0" name="Freeform 234"/>
            <p:cNvSpPr>
              <a:spLocks noEditPoints="1"/>
            </p:cNvSpPr>
            <p:nvPr/>
          </p:nvSpPr>
          <p:spPr bwMode="auto">
            <a:xfrm>
              <a:off x="2838776" y="1273400"/>
              <a:ext cx="63930" cy="72147"/>
            </a:xfrm>
            <a:custGeom>
              <a:avLst/>
              <a:gdLst/>
              <a:ahLst/>
              <a:cxnLst>
                <a:cxn ang="0">
                  <a:pos x="15" y="75"/>
                </a:cxn>
                <a:cxn ang="0">
                  <a:pos x="15" y="76"/>
                </a:cxn>
                <a:cxn ang="0">
                  <a:pos x="16" y="92"/>
                </a:cxn>
                <a:cxn ang="0">
                  <a:pos x="21" y="104"/>
                </a:cxn>
                <a:cxn ang="0">
                  <a:pos x="26" y="116"/>
                </a:cxn>
                <a:cxn ang="0">
                  <a:pos x="36" y="124"/>
                </a:cxn>
                <a:cxn ang="0">
                  <a:pos x="46" y="128"/>
                </a:cxn>
                <a:cxn ang="0">
                  <a:pos x="59" y="130"/>
                </a:cxn>
                <a:cxn ang="0">
                  <a:pos x="74" y="128"/>
                </a:cxn>
                <a:cxn ang="0">
                  <a:pos x="85" y="121"/>
                </a:cxn>
                <a:cxn ang="0">
                  <a:pos x="95" y="111"/>
                </a:cxn>
                <a:cxn ang="0">
                  <a:pos x="99" y="99"/>
                </a:cxn>
                <a:cxn ang="0">
                  <a:pos x="115" y="99"/>
                </a:cxn>
                <a:cxn ang="0">
                  <a:pos x="109" y="117"/>
                </a:cxn>
                <a:cxn ang="0">
                  <a:pos x="97" y="131"/>
                </a:cxn>
                <a:cxn ang="0">
                  <a:pos x="80" y="141"/>
                </a:cxn>
                <a:cxn ang="0">
                  <a:pos x="59" y="144"/>
                </a:cxn>
                <a:cxn ang="0">
                  <a:pos x="42" y="142"/>
                </a:cxn>
                <a:cxn ang="0">
                  <a:pos x="26" y="135"/>
                </a:cxn>
                <a:cxn ang="0">
                  <a:pos x="15" y="125"/>
                </a:cxn>
                <a:cxn ang="0">
                  <a:pos x="7" y="111"/>
                </a:cxn>
                <a:cxn ang="0">
                  <a:pos x="1" y="93"/>
                </a:cxn>
                <a:cxn ang="0">
                  <a:pos x="0" y="73"/>
                </a:cxn>
                <a:cxn ang="0">
                  <a:pos x="1" y="52"/>
                </a:cxn>
                <a:cxn ang="0">
                  <a:pos x="7" y="34"/>
                </a:cxn>
                <a:cxn ang="0">
                  <a:pos x="15" y="20"/>
                </a:cxn>
                <a:cxn ang="0">
                  <a:pos x="26" y="9"/>
                </a:cxn>
                <a:cxn ang="0">
                  <a:pos x="42" y="3"/>
                </a:cxn>
                <a:cxn ang="0">
                  <a:pos x="59" y="0"/>
                </a:cxn>
                <a:cxn ang="0">
                  <a:pos x="76" y="3"/>
                </a:cxn>
                <a:cxn ang="0">
                  <a:pos x="90" y="9"/>
                </a:cxn>
                <a:cxn ang="0">
                  <a:pos x="101" y="18"/>
                </a:cxn>
                <a:cxn ang="0">
                  <a:pos x="109" y="32"/>
                </a:cxn>
                <a:cxn ang="0">
                  <a:pos x="115" y="49"/>
                </a:cxn>
                <a:cxn ang="0">
                  <a:pos x="116" y="70"/>
                </a:cxn>
                <a:cxn ang="0">
                  <a:pos x="116" y="75"/>
                </a:cxn>
                <a:cxn ang="0">
                  <a:pos x="15" y="75"/>
                </a:cxn>
                <a:cxn ang="0">
                  <a:pos x="15" y="62"/>
                </a:cxn>
                <a:cxn ang="0">
                  <a:pos x="101" y="62"/>
                </a:cxn>
                <a:cxn ang="0">
                  <a:pos x="97" y="42"/>
                </a:cxn>
                <a:cxn ang="0">
                  <a:pos x="88" y="27"/>
                </a:cxn>
                <a:cxn ang="0">
                  <a:pos x="76" y="17"/>
                </a:cxn>
                <a:cxn ang="0">
                  <a:pos x="59" y="14"/>
                </a:cxn>
                <a:cxn ang="0">
                  <a:pos x="42" y="17"/>
                </a:cxn>
                <a:cxn ang="0">
                  <a:pos x="28" y="27"/>
                </a:cxn>
                <a:cxn ang="0">
                  <a:pos x="19" y="42"/>
                </a:cxn>
                <a:cxn ang="0">
                  <a:pos x="15" y="62"/>
                </a:cxn>
              </a:cxnLst>
              <a:rect l="0" t="0" r="r" b="b"/>
              <a:pathLst>
                <a:path w="116" h="144">
                  <a:moveTo>
                    <a:pt x="15" y="75"/>
                  </a:moveTo>
                  <a:lnTo>
                    <a:pt x="15" y="76"/>
                  </a:lnTo>
                  <a:lnTo>
                    <a:pt x="16" y="92"/>
                  </a:lnTo>
                  <a:lnTo>
                    <a:pt x="21" y="104"/>
                  </a:lnTo>
                  <a:lnTo>
                    <a:pt x="26" y="116"/>
                  </a:lnTo>
                  <a:lnTo>
                    <a:pt x="36" y="124"/>
                  </a:lnTo>
                  <a:lnTo>
                    <a:pt x="46" y="128"/>
                  </a:lnTo>
                  <a:lnTo>
                    <a:pt x="59" y="130"/>
                  </a:lnTo>
                  <a:lnTo>
                    <a:pt x="74" y="128"/>
                  </a:lnTo>
                  <a:lnTo>
                    <a:pt x="85" y="121"/>
                  </a:lnTo>
                  <a:lnTo>
                    <a:pt x="95" y="111"/>
                  </a:lnTo>
                  <a:lnTo>
                    <a:pt x="99" y="99"/>
                  </a:lnTo>
                  <a:lnTo>
                    <a:pt x="115" y="99"/>
                  </a:lnTo>
                  <a:lnTo>
                    <a:pt x="109" y="117"/>
                  </a:lnTo>
                  <a:lnTo>
                    <a:pt x="97" y="131"/>
                  </a:lnTo>
                  <a:lnTo>
                    <a:pt x="80" y="141"/>
                  </a:lnTo>
                  <a:lnTo>
                    <a:pt x="59" y="144"/>
                  </a:lnTo>
                  <a:lnTo>
                    <a:pt x="42" y="142"/>
                  </a:lnTo>
                  <a:lnTo>
                    <a:pt x="26" y="135"/>
                  </a:lnTo>
                  <a:lnTo>
                    <a:pt x="15" y="125"/>
                  </a:lnTo>
                  <a:lnTo>
                    <a:pt x="7" y="111"/>
                  </a:lnTo>
                  <a:lnTo>
                    <a:pt x="1" y="93"/>
                  </a:lnTo>
                  <a:lnTo>
                    <a:pt x="0" y="73"/>
                  </a:lnTo>
                  <a:lnTo>
                    <a:pt x="1" y="52"/>
                  </a:lnTo>
                  <a:lnTo>
                    <a:pt x="7" y="34"/>
                  </a:lnTo>
                  <a:lnTo>
                    <a:pt x="15" y="20"/>
                  </a:lnTo>
                  <a:lnTo>
                    <a:pt x="26" y="9"/>
                  </a:lnTo>
                  <a:lnTo>
                    <a:pt x="42" y="3"/>
                  </a:lnTo>
                  <a:lnTo>
                    <a:pt x="59" y="0"/>
                  </a:lnTo>
                  <a:lnTo>
                    <a:pt x="76" y="3"/>
                  </a:lnTo>
                  <a:lnTo>
                    <a:pt x="90" y="9"/>
                  </a:lnTo>
                  <a:lnTo>
                    <a:pt x="101" y="18"/>
                  </a:lnTo>
                  <a:lnTo>
                    <a:pt x="109" y="32"/>
                  </a:lnTo>
                  <a:lnTo>
                    <a:pt x="115" y="49"/>
                  </a:lnTo>
                  <a:lnTo>
                    <a:pt x="116" y="70"/>
                  </a:lnTo>
                  <a:lnTo>
                    <a:pt x="116" y="75"/>
                  </a:lnTo>
                  <a:lnTo>
                    <a:pt x="15" y="75"/>
                  </a:lnTo>
                  <a:close/>
                  <a:moveTo>
                    <a:pt x="15" y="62"/>
                  </a:moveTo>
                  <a:lnTo>
                    <a:pt x="101" y="62"/>
                  </a:lnTo>
                  <a:lnTo>
                    <a:pt x="97" y="42"/>
                  </a:lnTo>
                  <a:lnTo>
                    <a:pt x="88" y="27"/>
                  </a:lnTo>
                  <a:lnTo>
                    <a:pt x="76" y="17"/>
                  </a:lnTo>
                  <a:lnTo>
                    <a:pt x="59" y="14"/>
                  </a:lnTo>
                  <a:lnTo>
                    <a:pt x="42" y="17"/>
                  </a:lnTo>
                  <a:lnTo>
                    <a:pt x="28" y="27"/>
                  </a:lnTo>
                  <a:lnTo>
                    <a:pt x="19" y="42"/>
                  </a:lnTo>
                  <a:lnTo>
                    <a:pt x="15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1" name="Freeform 235"/>
            <p:cNvSpPr>
              <a:spLocks/>
            </p:cNvSpPr>
            <p:nvPr/>
          </p:nvSpPr>
          <p:spPr bwMode="auto">
            <a:xfrm>
              <a:off x="2927507" y="1273400"/>
              <a:ext cx="58970" cy="69642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0" y="4"/>
                </a:cxn>
                <a:cxn ang="0">
                  <a:pos x="16" y="4"/>
                </a:cxn>
                <a:cxn ang="0">
                  <a:pos x="16" y="25"/>
                </a:cxn>
                <a:cxn ang="0">
                  <a:pos x="24" y="14"/>
                </a:cxn>
                <a:cxn ang="0">
                  <a:pos x="30" y="10"/>
                </a:cxn>
                <a:cxn ang="0">
                  <a:pos x="47" y="1"/>
                </a:cxn>
                <a:cxn ang="0">
                  <a:pos x="61" y="0"/>
                </a:cxn>
                <a:cxn ang="0">
                  <a:pos x="75" y="1"/>
                </a:cxn>
                <a:cxn ang="0">
                  <a:pos x="86" y="6"/>
                </a:cxn>
                <a:cxn ang="0">
                  <a:pos x="95" y="11"/>
                </a:cxn>
                <a:cxn ang="0">
                  <a:pos x="99" y="16"/>
                </a:cxn>
                <a:cxn ang="0">
                  <a:pos x="102" y="20"/>
                </a:cxn>
                <a:cxn ang="0">
                  <a:pos x="105" y="23"/>
                </a:cxn>
                <a:cxn ang="0">
                  <a:pos x="106" y="27"/>
                </a:cxn>
                <a:cxn ang="0">
                  <a:pos x="106" y="31"/>
                </a:cxn>
                <a:cxn ang="0">
                  <a:pos x="107" y="41"/>
                </a:cxn>
                <a:cxn ang="0">
                  <a:pos x="107" y="139"/>
                </a:cxn>
                <a:cxn ang="0">
                  <a:pos x="90" y="139"/>
                </a:cxn>
                <a:cxn ang="0">
                  <a:pos x="90" y="42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74" y="18"/>
                </a:cxn>
                <a:cxn ang="0">
                  <a:pos x="58" y="16"/>
                </a:cxn>
                <a:cxn ang="0">
                  <a:pos x="41" y="18"/>
                </a:cxn>
                <a:cxn ang="0">
                  <a:pos x="27" y="27"/>
                </a:cxn>
                <a:cxn ang="0">
                  <a:pos x="20" y="41"/>
                </a:cxn>
                <a:cxn ang="0">
                  <a:pos x="17" y="59"/>
                </a:cxn>
                <a:cxn ang="0">
                  <a:pos x="17" y="139"/>
                </a:cxn>
                <a:cxn ang="0">
                  <a:pos x="0" y="139"/>
                </a:cxn>
              </a:cxnLst>
              <a:rect l="0" t="0" r="r" b="b"/>
              <a:pathLst>
                <a:path w="107" h="139">
                  <a:moveTo>
                    <a:pt x="0" y="139"/>
                  </a:moveTo>
                  <a:lnTo>
                    <a:pt x="0" y="4"/>
                  </a:lnTo>
                  <a:lnTo>
                    <a:pt x="16" y="4"/>
                  </a:lnTo>
                  <a:lnTo>
                    <a:pt x="16" y="25"/>
                  </a:lnTo>
                  <a:lnTo>
                    <a:pt x="24" y="14"/>
                  </a:lnTo>
                  <a:lnTo>
                    <a:pt x="30" y="10"/>
                  </a:lnTo>
                  <a:lnTo>
                    <a:pt x="47" y="1"/>
                  </a:lnTo>
                  <a:lnTo>
                    <a:pt x="61" y="0"/>
                  </a:lnTo>
                  <a:lnTo>
                    <a:pt x="75" y="1"/>
                  </a:lnTo>
                  <a:lnTo>
                    <a:pt x="86" y="6"/>
                  </a:lnTo>
                  <a:lnTo>
                    <a:pt x="95" y="11"/>
                  </a:lnTo>
                  <a:lnTo>
                    <a:pt x="99" y="16"/>
                  </a:lnTo>
                  <a:lnTo>
                    <a:pt x="102" y="20"/>
                  </a:lnTo>
                  <a:lnTo>
                    <a:pt x="105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7" y="41"/>
                  </a:lnTo>
                  <a:lnTo>
                    <a:pt x="107" y="139"/>
                  </a:lnTo>
                  <a:lnTo>
                    <a:pt x="90" y="139"/>
                  </a:lnTo>
                  <a:lnTo>
                    <a:pt x="90" y="42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74" y="18"/>
                  </a:lnTo>
                  <a:lnTo>
                    <a:pt x="58" y="16"/>
                  </a:lnTo>
                  <a:lnTo>
                    <a:pt x="41" y="18"/>
                  </a:lnTo>
                  <a:lnTo>
                    <a:pt x="27" y="27"/>
                  </a:lnTo>
                  <a:lnTo>
                    <a:pt x="20" y="41"/>
                  </a:lnTo>
                  <a:lnTo>
                    <a:pt x="17" y="59"/>
                  </a:lnTo>
                  <a:lnTo>
                    <a:pt x="17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2" name="Freeform 236"/>
            <p:cNvSpPr>
              <a:spLocks/>
            </p:cNvSpPr>
            <p:nvPr/>
          </p:nvSpPr>
          <p:spPr bwMode="auto">
            <a:xfrm>
              <a:off x="3011278" y="1273400"/>
              <a:ext cx="63930" cy="72147"/>
            </a:xfrm>
            <a:custGeom>
              <a:avLst/>
              <a:gdLst/>
              <a:ahLst/>
              <a:cxnLst>
                <a:cxn ang="0">
                  <a:pos x="100" y="93"/>
                </a:cxn>
                <a:cxn ang="0">
                  <a:pos x="116" y="93"/>
                </a:cxn>
                <a:cxn ang="0">
                  <a:pos x="113" y="107"/>
                </a:cxn>
                <a:cxn ang="0">
                  <a:pos x="107" y="120"/>
                </a:cxn>
                <a:cxn ang="0">
                  <a:pos x="99" y="130"/>
                </a:cxn>
                <a:cxn ang="0">
                  <a:pos x="88" y="138"/>
                </a:cxn>
                <a:cxn ang="0">
                  <a:pos x="75" y="142"/>
                </a:cxn>
                <a:cxn ang="0">
                  <a:pos x="59" y="144"/>
                </a:cxn>
                <a:cxn ang="0">
                  <a:pos x="43" y="141"/>
                </a:cxn>
                <a:cxn ang="0">
                  <a:pos x="29" y="135"/>
                </a:cxn>
                <a:cxn ang="0">
                  <a:pos x="16" y="124"/>
                </a:cxn>
                <a:cxn ang="0">
                  <a:pos x="7" y="110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9" y="9"/>
                </a:cxn>
                <a:cxn ang="0">
                  <a:pos x="44" y="3"/>
                </a:cxn>
                <a:cxn ang="0">
                  <a:pos x="61" y="0"/>
                </a:cxn>
                <a:cxn ang="0">
                  <a:pos x="75" y="1"/>
                </a:cxn>
                <a:cxn ang="0">
                  <a:pos x="88" y="6"/>
                </a:cxn>
                <a:cxn ang="0">
                  <a:pos x="99" y="14"/>
                </a:cxn>
                <a:cxn ang="0">
                  <a:pos x="107" y="24"/>
                </a:cxn>
                <a:cxn ang="0">
                  <a:pos x="113" y="35"/>
                </a:cxn>
                <a:cxn ang="0">
                  <a:pos x="114" y="48"/>
                </a:cxn>
                <a:cxn ang="0">
                  <a:pos x="99" y="48"/>
                </a:cxn>
                <a:cxn ang="0">
                  <a:pos x="97" y="38"/>
                </a:cxn>
                <a:cxn ang="0">
                  <a:pos x="93" y="31"/>
                </a:cxn>
                <a:cxn ang="0">
                  <a:pos x="86" y="24"/>
                </a:cxn>
                <a:cxn ang="0">
                  <a:pos x="79" y="18"/>
                </a:cxn>
                <a:cxn ang="0">
                  <a:pos x="71" y="16"/>
                </a:cxn>
                <a:cxn ang="0">
                  <a:pos x="61" y="14"/>
                </a:cxn>
                <a:cxn ang="0">
                  <a:pos x="48" y="16"/>
                </a:cxn>
                <a:cxn ang="0">
                  <a:pos x="37" y="21"/>
                </a:cxn>
                <a:cxn ang="0">
                  <a:pos x="29" y="30"/>
                </a:cxn>
                <a:cxn ang="0">
                  <a:pos x="21" y="41"/>
                </a:cxn>
                <a:cxn ang="0">
                  <a:pos x="19" y="55"/>
                </a:cxn>
                <a:cxn ang="0">
                  <a:pos x="17" y="72"/>
                </a:cxn>
                <a:cxn ang="0">
                  <a:pos x="19" y="89"/>
                </a:cxn>
                <a:cxn ang="0">
                  <a:pos x="21" y="103"/>
                </a:cxn>
                <a:cxn ang="0">
                  <a:pos x="29" y="114"/>
                </a:cxn>
                <a:cxn ang="0">
                  <a:pos x="38" y="123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6" y="127"/>
                </a:cxn>
                <a:cxn ang="0">
                  <a:pos x="88" y="120"/>
                </a:cxn>
                <a:cxn ang="0">
                  <a:pos x="96" y="108"/>
                </a:cxn>
                <a:cxn ang="0">
                  <a:pos x="100" y="93"/>
                </a:cxn>
              </a:cxnLst>
              <a:rect l="0" t="0" r="r" b="b"/>
              <a:pathLst>
                <a:path w="116" h="144">
                  <a:moveTo>
                    <a:pt x="100" y="93"/>
                  </a:moveTo>
                  <a:lnTo>
                    <a:pt x="116" y="93"/>
                  </a:lnTo>
                  <a:lnTo>
                    <a:pt x="113" y="107"/>
                  </a:lnTo>
                  <a:lnTo>
                    <a:pt x="107" y="120"/>
                  </a:lnTo>
                  <a:lnTo>
                    <a:pt x="99" y="130"/>
                  </a:lnTo>
                  <a:lnTo>
                    <a:pt x="88" y="138"/>
                  </a:lnTo>
                  <a:lnTo>
                    <a:pt x="75" y="142"/>
                  </a:lnTo>
                  <a:lnTo>
                    <a:pt x="59" y="144"/>
                  </a:lnTo>
                  <a:lnTo>
                    <a:pt x="43" y="141"/>
                  </a:lnTo>
                  <a:lnTo>
                    <a:pt x="29" y="135"/>
                  </a:lnTo>
                  <a:lnTo>
                    <a:pt x="16" y="124"/>
                  </a:lnTo>
                  <a:lnTo>
                    <a:pt x="7" y="110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9" y="9"/>
                  </a:lnTo>
                  <a:lnTo>
                    <a:pt x="44" y="3"/>
                  </a:lnTo>
                  <a:lnTo>
                    <a:pt x="61" y="0"/>
                  </a:lnTo>
                  <a:lnTo>
                    <a:pt x="75" y="1"/>
                  </a:lnTo>
                  <a:lnTo>
                    <a:pt x="88" y="6"/>
                  </a:lnTo>
                  <a:lnTo>
                    <a:pt x="99" y="14"/>
                  </a:lnTo>
                  <a:lnTo>
                    <a:pt x="107" y="24"/>
                  </a:lnTo>
                  <a:lnTo>
                    <a:pt x="113" y="35"/>
                  </a:lnTo>
                  <a:lnTo>
                    <a:pt x="114" y="48"/>
                  </a:lnTo>
                  <a:lnTo>
                    <a:pt x="99" y="48"/>
                  </a:lnTo>
                  <a:lnTo>
                    <a:pt x="97" y="38"/>
                  </a:lnTo>
                  <a:lnTo>
                    <a:pt x="93" y="31"/>
                  </a:lnTo>
                  <a:lnTo>
                    <a:pt x="86" y="24"/>
                  </a:lnTo>
                  <a:lnTo>
                    <a:pt x="79" y="18"/>
                  </a:lnTo>
                  <a:lnTo>
                    <a:pt x="71" y="16"/>
                  </a:lnTo>
                  <a:lnTo>
                    <a:pt x="61" y="14"/>
                  </a:lnTo>
                  <a:lnTo>
                    <a:pt x="48" y="16"/>
                  </a:lnTo>
                  <a:lnTo>
                    <a:pt x="37" y="21"/>
                  </a:lnTo>
                  <a:lnTo>
                    <a:pt x="29" y="30"/>
                  </a:lnTo>
                  <a:lnTo>
                    <a:pt x="21" y="41"/>
                  </a:lnTo>
                  <a:lnTo>
                    <a:pt x="19" y="55"/>
                  </a:lnTo>
                  <a:lnTo>
                    <a:pt x="17" y="72"/>
                  </a:lnTo>
                  <a:lnTo>
                    <a:pt x="19" y="89"/>
                  </a:lnTo>
                  <a:lnTo>
                    <a:pt x="21" y="103"/>
                  </a:lnTo>
                  <a:lnTo>
                    <a:pt x="29" y="114"/>
                  </a:lnTo>
                  <a:lnTo>
                    <a:pt x="38" y="123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6" y="127"/>
                  </a:lnTo>
                  <a:lnTo>
                    <a:pt x="88" y="120"/>
                  </a:lnTo>
                  <a:lnTo>
                    <a:pt x="96" y="108"/>
                  </a:lnTo>
                  <a:lnTo>
                    <a:pt x="100" y="9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53" name="Freeform 237"/>
            <p:cNvSpPr>
              <a:spLocks noEditPoints="1"/>
            </p:cNvSpPr>
            <p:nvPr/>
          </p:nvSpPr>
          <p:spPr bwMode="auto">
            <a:xfrm>
              <a:off x="3095049" y="1273400"/>
              <a:ext cx="65584" cy="72147"/>
            </a:xfrm>
            <a:custGeom>
              <a:avLst/>
              <a:gdLst/>
              <a:ahLst/>
              <a:cxnLst>
                <a:cxn ang="0">
                  <a:pos x="17" y="75"/>
                </a:cxn>
                <a:cxn ang="0">
                  <a:pos x="17" y="76"/>
                </a:cxn>
                <a:cxn ang="0">
                  <a:pos x="19" y="92"/>
                </a:cxn>
                <a:cxn ang="0">
                  <a:pos x="23" y="104"/>
                </a:cxn>
                <a:cxn ang="0">
                  <a:pos x="28" y="116"/>
                </a:cxn>
                <a:cxn ang="0">
                  <a:pos x="38" y="124"/>
                </a:cxn>
                <a:cxn ang="0">
                  <a:pos x="48" y="128"/>
                </a:cxn>
                <a:cxn ang="0">
                  <a:pos x="61" y="130"/>
                </a:cxn>
                <a:cxn ang="0">
                  <a:pos x="76" y="128"/>
                </a:cxn>
                <a:cxn ang="0">
                  <a:pos x="88" y="121"/>
                </a:cxn>
                <a:cxn ang="0">
                  <a:pos x="96" y="111"/>
                </a:cxn>
                <a:cxn ang="0">
                  <a:pos x="100" y="99"/>
                </a:cxn>
                <a:cxn ang="0">
                  <a:pos x="117" y="99"/>
                </a:cxn>
                <a:cxn ang="0">
                  <a:pos x="110" y="117"/>
                </a:cxn>
                <a:cxn ang="0">
                  <a:pos x="99" y="131"/>
                </a:cxn>
                <a:cxn ang="0">
                  <a:pos x="88" y="138"/>
                </a:cxn>
                <a:cxn ang="0">
                  <a:pos x="75" y="142"/>
                </a:cxn>
                <a:cxn ang="0">
                  <a:pos x="59" y="144"/>
                </a:cxn>
                <a:cxn ang="0">
                  <a:pos x="43" y="142"/>
                </a:cxn>
                <a:cxn ang="0">
                  <a:pos x="28" y="135"/>
                </a:cxn>
                <a:cxn ang="0">
                  <a:pos x="17" y="125"/>
                </a:cxn>
                <a:cxn ang="0">
                  <a:pos x="7" y="111"/>
                </a:cxn>
                <a:cxn ang="0">
                  <a:pos x="2" y="93"/>
                </a:cxn>
                <a:cxn ang="0">
                  <a:pos x="0" y="73"/>
                </a:cxn>
                <a:cxn ang="0">
                  <a:pos x="2" y="52"/>
                </a:cxn>
                <a:cxn ang="0">
                  <a:pos x="7" y="34"/>
                </a:cxn>
                <a:cxn ang="0">
                  <a:pos x="17" y="20"/>
                </a:cxn>
                <a:cxn ang="0">
                  <a:pos x="28" y="9"/>
                </a:cxn>
                <a:cxn ang="0">
                  <a:pos x="44" y="3"/>
                </a:cxn>
                <a:cxn ang="0">
                  <a:pos x="61" y="0"/>
                </a:cxn>
                <a:cxn ang="0">
                  <a:pos x="78" y="3"/>
                </a:cxn>
                <a:cxn ang="0">
                  <a:pos x="92" y="9"/>
                </a:cxn>
                <a:cxn ang="0">
                  <a:pos x="103" y="18"/>
                </a:cxn>
                <a:cxn ang="0">
                  <a:pos x="112" y="32"/>
                </a:cxn>
                <a:cxn ang="0">
                  <a:pos x="117" y="49"/>
                </a:cxn>
                <a:cxn ang="0">
                  <a:pos x="119" y="70"/>
                </a:cxn>
                <a:cxn ang="0">
                  <a:pos x="119" y="75"/>
                </a:cxn>
                <a:cxn ang="0">
                  <a:pos x="17" y="75"/>
                </a:cxn>
                <a:cxn ang="0">
                  <a:pos x="17" y="62"/>
                </a:cxn>
                <a:cxn ang="0">
                  <a:pos x="102" y="62"/>
                </a:cxn>
                <a:cxn ang="0">
                  <a:pos x="99" y="42"/>
                </a:cxn>
                <a:cxn ang="0">
                  <a:pos x="90" y="27"/>
                </a:cxn>
                <a:cxn ang="0">
                  <a:pos x="76" y="17"/>
                </a:cxn>
                <a:cxn ang="0">
                  <a:pos x="61" y="14"/>
                </a:cxn>
                <a:cxn ang="0">
                  <a:pos x="44" y="17"/>
                </a:cxn>
                <a:cxn ang="0">
                  <a:pos x="30" y="27"/>
                </a:cxn>
                <a:cxn ang="0">
                  <a:pos x="21" y="42"/>
                </a:cxn>
                <a:cxn ang="0">
                  <a:pos x="17" y="62"/>
                </a:cxn>
              </a:cxnLst>
              <a:rect l="0" t="0" r="r" b="b"/>
              <a:pathLst>
                <a:path w="119" h="144">
                  <a:moveTo>
                    <a:pt x="17" y="75"/>
                  </a:moveTo>
                  <a:lnTo>
                    <a:pt x="17" y="76"/>
                  </a:lnTo>
                  <a:lnTo>
                    <a:pt x="19" y="92"/>
                  </a:lnTo>
                  <a:lnTo>
                    <a:pt x="23" y="104"/>
                  </a:lnTo>
                  <a:lnTo>
                    <a:pt x="28" y="116"/>
                  </a:lnTo>
                  <a:lnTo>
                    <a:pt x="38" y="124"/>
                  </a:lnTo>
                  <a:lnTo>
                    <a:pt x="48" y="128"/>
                  </a:lnTo>
                  <a:lnTo>
                    <a:pt x="61" y="130"/>
                  </a:lnTo>
                  <a:lnTo>
                    <a:pt x="76" y="128"/>
                  </a:lnTo>
                  <a:lnTo>
                    <a:pt x="88" y="121"/>
                  </a:lnTo>
                  <a:lnTo>
                    <a:pt x="96" y="111"/>
                  </a:lnTo>
                  <a:lnTo>
                    <a:pt x="100" y="99"/>
                  </a:lnTo>
                  <a:lnTo>
                    <a:pt x="117" y="99"/>
                  </a:lnTo>
                  <a:lnTo>
                    <a:pt x="110" y="117"/>
                  </a:lnTo>
                  <a:lnTo>
                    <a:pt x="99" y="131"/>
                  </a:lnTo>
                  <a:lnTo>
                    <a:pt x="88" y="138"/>
                  </a:lnTo>
                  <a:lnTo>
                    <a:pt x="75" y="142"/>
                  </a:lnTo>
                  <a:lnTo>
                    <a:pt x="59" y="144"/>
                  </a:lnTo>
                  <a:lnTo>
                    <a:pt x="43" y="142"/>
                  </a:lnTo>
                  <a:lnTo>
                    <a:pt x="28" y="135"/>
                  </a:lnTo>
                  <a:lnTo>
                    <a:pt x="17" y="125"/>
                  </a:lnTo>
                  <a:lnTo>
                    <a:pt x="7" y="111"/>
                  </a:lnTo>
                  <a:lnTo>
                    <a:pt x="2" y="93"/>
                  </a:lnTo>
                  <a:lnTo>
                    <a:pt x="0" y="73"/>
                  </a:lnTo>
                  <a:lnTo>
                    <a:pt x="2" y="52"/>
                  </a:lnTo>
                  <a:lnTo>
                    <a:pt x="7" y="34"/>
                  </a:lnTo>
                  <a:lnTo>
                    <a:pt x="17" y="20"/>
                  </a:lnTo>
                  <a:lnTo>
                    <a:pt x="28" y="9"/>
                  </a:lnTo>
                  <a:lnTo>
                    <a:pt x="44" y="3"/>
                  </a:lnTo>
                  <a:lnTo>
                    <a:pt x="61" y="0"/>
                  </a:lnTo>
                  <a:lnTo>
                    <a:pt x="78" y="3"/>
                  </a:lnTo>
                  <a:lnTo>
                    <a:pt x="92" y="9"/>
                  </a:lnTo>
                  <a:lnTo>
                    <a:pt x="103" y="18"/>
                  </a:lnTo>
                  <a:lnTo>
                    <a:pt x="112" y="32"/>
                  </a:lnTo>
                  <a:lnTo>
                    <a:pt x="117" y="49"/>
                  </a:lnTo>
                  <a:lnTo>
                    <a:pt x="119" y="70"/>
                  </a:lnTo>
                  <a:lnTo>
                    <a:pt x="119" y="75"/>
                  </a:lnTo>
                  <a:lnTo>
                    <a:pt x="17" y="75"/>
                  </a:lnTo>
                  <a:close/>
                  <a:moveTo>
                    <a:pt x="17" y="62"/>
                  </a:moveTo>
                  <a:lnTo>
                    <a:pt x="102" y="62"/>
                  </a:lnTo>
                  <a:lnTo>
                    <a:pt x="99" y="42"/>
                  </a:lnTo>
                  <a:lnTo>
                    <a:pt x="90" y="27"/>
                  </a:lnTo>
                  <a:lnTo>
                    <a:pt x="76" y="17"/>
                  </a:lnTo>
                  <a:lnTo>
                    <a:pt x="61" y="14"/>
                  </a:lnTo>
                  <a:lnTo>
                    <a:pt x="44" y="17"/>
                  </a:lnTo>
                  <a:lnTo>
                    <a:pt x="30" y="27"/>
                  </a:lnTo>
                  <a:lnTo>
                    <a:pt x="21" y="42"/>
                  </a:lnTo>
                  <a:lnTo>
                    <a:pt x="17" y="6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 dirty="0">
                <a:solidFill>
                  <a:prstClr val="black"/>
                </a:solidFill>
              </a:endParaRPr>
            </a:p>
          </p:txBody>
        </p:sp>
      </p:grpSp>
      <p:sp>
        <p:nvSpPr>
          <p:cNvPr id="5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A16A-539B-4F83-8435-9FC342BC598E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5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0933" y="329768"/>
            <a:ext cx="1937338" cy="834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851836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102" y="2402429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102" y="3932746"/>
            <a:ext cx="7772400" cy="197802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1" name="Rectangle 50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578102" y="6527322"/>
            <a:ext cx="7956298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1014413">
              <a:spcBef>
                <a:spcPts val="300"/>
              </a:spcBef>
              <a:buClr>
                <a:srgbClr val="858787"/>
              </a:buClr>
              <a:tabLst>
                <a:tab pos="2787650" algn="l"/>
              </a:tabLst>
              <a:defRPr/>
            </a:pPr>
            <a:r>
              <a:rPr lang="en-US" sz="720" i="1" spc="-20" baseline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Disclaimer: </a:t>
            </a:r>
            <a:r>
              <a:rPr lang="en-GB" sz="720" i="1" kern="0" spc="-20" baseline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© </a:t>
            </a:r>
            <a:r>
              <a:rPr lang="en-GB" sz="720" i="1" kern="0" spc="-20" baseline="0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Hinduja</a:t>
            </a:r>
            <a:r>
              <a:rPr lang="en-GB" sz="720" i="1" kern="0" spc="-20" baseline="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Tech Limited 2014. </a:t>
            </a:r>
            <a:r>
              <a:rPr lang="en-GB" sz="720" i="1" kern="0" spc="-20" baseline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All rights reserved. </a:t>
            </a:r>
            <a:r>
              <a:rPr lang="en-US" sz="720" i="1" kern="0" spc="-20" baseline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information contained herein is proprietary to Defiance and may not be used, reproduced or disclosed to others except as specifically permitted in writing by </a:t>
            </a:r>
            <a:r>
              <a:rPr lang="en-GB" sz="720" i="1" kern="0" spc="-20" baseline="0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Hinduja</a:t>
            </a:r>
            <a:r>
              <a:rPr lang="en-GB" sz="720" i="1" kern="0" spc="-20" baseline="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Tech Limited</a:t>
            </a:r>
            <a:r>
              <a:rPr lang="en-US" sz="720" i="1" kern="0" spc="-20" baseline="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720" i="1" kern="0" spc="-20" baseline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recipient of this document, by its retention and use, agrees to protect the same and the information contained therein from loss or theft.</a:t>
            </a:r>
          </a:p>
          <a:p>
            <a:pPr defTabSz="1014413">
              <a:spcBef>
                <a:spcPts val="300"/>
              </a:spcBef>
              <a:buClr>
                <a:srgbClr val="858787"/>
              </a:buClr>
              <a:tabLst>
                <a:tab pos="2787650" algn="l"/>
              </a:tabLst>
              <a:defRPr/>
            </a:pPr>
            <a:endParaRPr lang="en-GB" sz="720" i="1" kern="0" spc="-20" baseline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6" name="Straight Connector 55"/>
          <p:cNvCxnSpPr/>
          <p:nvPr userDrawn="1"/>
        </p:nvCxnSpPr>
        <p:spPr>
          <a:xfrm>
            <a:off x="2678547" y="2"/>
            <a:ext cx="0" cy="95837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 userDrawn="1"/>
        </p:nvSpPr>
        <p:spPr>
          <a:xfrm>
            <a:off x="2904648" y="516464"/>
            <a:ext cx="6063409" cy="457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spcAft>
                <a:spcPts val="300"/>
              </a:spcAft>
            </a:pPr>
            <a:r>
              <a:rPr lang="en-US" sz="2000" b="1" spc="-70" baseline="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Hinduja</a:t>
            </a:r>
            <a:r>
              <a:rPr lang="en-US" sz="2000" b="1" spc="-70" baseline="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Tech Limited</a:t>
            </a:r>
          </a:p>
          <a:p>
            <a:pPr>
              <a:lnSpc>
                <a:spcPct val="80000"/>
              </a:lnSpc>
              <a:spcAft>
                <a:spcPts val="300"/>
              </a:spcAft>
            </a:pPr>
            <a:r>
              <a:rPr lang="en-US" sz="1400" dirty="0" smtClean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 Hinduja Group Company</a:t>
            </a:r>
            <a:endParaRPr lang="en-US" sz="1400" dirty="0">
              <a:solidFill>
                <a:schemeClr val="tx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9507" y="282474"/>
            <a:ext cx="1568763" cy="675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7300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8610600" cy="715963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5"/>
            <a:ext cx="8610600" cy="512368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76108" y="6629404"/>
            <a:ext cx="457200" cy="22862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F374790-F9AF-4D56-936A-8A50F18D29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87" y="6629401"/>
            <a:ext cx="2859314" cy="2285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kumimoji="0" lang="en-US" sz="900" b="0" i="0" u="none" strike="noStrike" kern="120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smtClean="0"/>
              <a:t>Hinduja Tech Limited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7349706" y="6629401"/>
            <a:ext cx="104419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0" lang="en-US" sz="900" b="0" i="0" u="none" strike="noStrike" kern="1200" cap="none" spc="0" normalizeH="0" baseline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206BD16A-0E4D-4EEE-A366-315A3A9171EA}" type="datetime3">
              <a:rPr lang="en-US" smtClean="0"/>
              <a:pPr/>
              <a:t>1 December 2014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295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7" r:id="rId3"/>
    <p:sldLayoutId id="2147483674" r:id="rId4"/>
    <p:sldLayoutId id="2147483680" r:id="rId5"/>
    <p:sldLayoutId id="2147483682" r:id="rId6"/>
    <p:sldLayoutId id="2147483679" r:id="rId7"/>
    <p:sldLayoutId id="2147483678" r:id="rId8"/>
    <p:sldLayoutId id="2147483681" r:id="rId9"/>
    <p:sldLayoutId id="2147483663" r:id="rId10"/>
    <p:sldLayoutId id="2147483664" r:id="rId11"/>
    <p:sldLayoutId id="2147483665" r:id="rId12"/>
    <p:sldLayoutId id="2147483684" r:id="rId13"/>
    <p:sldLayoutId id="2147483683" r:id="rId14"/>
    <p:sldLayoutId id="2147483667" r:id="rId15"/>
    <p:sldLayoutId id="2147483668" r:id="rId16"/>
    <p:sldLayoutId id="2147483669" r:id="rId17"/>
    <p:sldLayoutId id="2147483673" r:id="rId18"/>
    <p:sldLayoutId id="2147483676" r:id="rId19"/>
    <p:sldLayoutId id="2147483675" r:id="rId20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b="1" kern="1200" spc="-100" baseline="0">
          <a:solidFill>
            <a:srgbClr val="0070C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6286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800100" indent="-1714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0287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>
              <a:lumMod val="75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2573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>
              <a:lumMod val="75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sz="quarter" idx="10"/>
          </p:nvPr>
        </p:nvSpPr>
        <p:spPr>
          <a:xfrm>
            <a:off x="1" y="4735773"/>
            <a:ext cx="9144000" cy="1396171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>
                <a:solidFill>
                  <a:schemeClr val="tx2"/>
                </a:solidFill>
              </a:rPr>
              <a:t>GIT HUB</a:t>
            </a:r>
            <a:endParaRPr lang="en-US" sz="4800" dirty="0" smtClean="0">
              <a:solidFill>
                <a:schemeClr val="tx2"/>
              </a:solidFill>
            </a:endParaRPr>
          </a:p>
          <a:p>
            <a:pPr algn="ctr"/>
            <a:endParaRPr lang="en-US" sz="4800" dirty="0" smtClean="0">
              <a:solidFill>
                <a:schemeClr val="tx2"/>
              </a:solidFill>
              <a:latin typeface="Garamond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613" y="6486144"/>
            <a:ext cx="1122102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9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www.hindujatech.com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92409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j-lt"/>
              </a:rPr>
              <a:t>Agenda</a:t>
            </a:r>
            <a:r>
              <a:rPr lang="en-US" sz="3600" dirty="0" smtClean="0">
                <a:latin typeface="+mj-lt"/>
              </a:rPr>
              <a:t/>
            </a:r>
            <a:br>
              <a:rPr lang="en-US" sz="3600" dirty="0" smtClean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 err="1" smtClean="0"/>
              <a:t>Hinduja</a:t>
            </a:r>
            <a:r>
              <a:rPr lang="fr-FR" dirty="0" smtClean="0"/>
              <a:t> Tech Limited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061982" y="6629401"/>
            <a:ext cx="1331922" cy="228599"/>
          </a:xfrm>
        </p:spPr>
        <p:txBody>
          <a:bodyPr/>
          <a:lstStyle/>
          <a:p>
            <a:fld id="{FF0FB9AA-D3D2-42F1-ACBD-7DFE6F34393A}" type="datetime3">
              <a:rPr lang="en-US" smtClean="0"/>
              <a:pPr/>
              <a:t>1 December 2014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27798" y="1351129"/>
            <a:ext cx="82432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Introduction to Axure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Application Windows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Masters and Dynamic Panels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Dynamic Web pages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Global variables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Team Project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How to Run and Publish an axure Project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Reference 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16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GIT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52D8-F767-4BD7-9E8C-64F11972084E}" type="datetime3">
              <a:rPr lang="en-US" smtClean="0"/>
              <a:pPr/>
              <a:t>1 December 2014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4448" y="1165411"/>
            <a:ext cx="7978588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err="1" smtClean="0">
                <a:solidFill>
                  <a:schemeClr val="tx1">
                    <a:lumMod val="50000"/>
                  </a:schemeClr>
                </a:solidFill>
              </a:rPr>
              <a:t>Git</a:t>
            </a:r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 allows groups of people to work on the same documents (often code) at the same time, and without stepping on each other's toes. </a:t>
            </a:r>
            <a:endParaRPr lang="en-US" sz="24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It's </a:t>
            </a:r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a distributed </a:t>
            </a:r>
            <a:r>
              <a:rPr lang="en-US" sz="2400" b="1" u="sng" dirty="0" smtClean="0">
                <a:solidFill>
                  <a:schemeClr val="tx1">
                    <a:lumMod val="50000"/>
                  </a:schemeClr>
                </a:solidFill>
              </a:rPr>
              <a:t>Version Control System(VCS)</a:t>
            </a:r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err="1" smtClean="0">
                <a:solidFill>
                  <a:schemeClr val="tx1">
                    <a:lumMod val="50000"/>
                  </a:schemeClr>
                </a:solidFill>
              </a:rPr>
              <a:t>Git</a:t>
            </a:r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 is a command line tool</a:t>
            </a: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ln>
                <a:solidFill>
                  <a:sysClr val="windowText" lastClr="000000"/>
                </a:solidFill>
              </a:ln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j-lt"/>
              </a:rPr>
              <a:t>Introduction to </a:t>
            </a:r>
            <a:r>
              <a:rPr lang="en-US" sz="3200" dirty="0" err="1" smtClean="0">
                <a:latin typeface="+mj-lt"/>
              </a:rPr>
              <a:t>Git</a:t>
            </a:r>
            <a:r>
              <a:rPr lang="en-US" sz="3200" dirty="0" smtClean="0">
                <a:latin typeface="+mj-lt"/>
              </a:rPr>
              <a:t> Hub</a:t>
            </a:r>
            <a:endParaRPr lang="en-IN" sz="3200" dirty="0">
              <a:latin typeface="+mj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solidFill>
                  <a:schemeClr val="accent6">
                    <a:lumMod val="10000"/>
                  </a:schemeClr>
                </a:solidFill>
              </a:rPr>
              <a:t>Git hub is git repository web-based hosting service.</a:t>
            </a:r>
          </a:p>
          <a:p>
            <a:r>
              <a:rPr lang="en-IN" sz="2400" b="1" dirty="0" smtClean="0">
                <a:solidFill>
                  <a:schemeClr val="accent6">
                    <a:lumMod val="10000"/>
                  </a:schemeClr>
                </a:solidFill>
              </a:rPr>
              <a:t>It offers distributed revision control and source code management functionality of git</a:t>
            </a:r>
          </a:p>
          <a:p>
            <a:r>
              <a:rPr lang="en-IN" sz="2400" b="1" dirty="0" smtClean="0">
                <a:solidFill>
                  <a:schemeClr val="accent6">
                    <a:lumMod val="10000"/>
                  </a:schemeClr>
                </a:solidFill>
              </a:rPr>
              <a:t>Git hub provides a web-based graphical interface </a:t>
            </a:r>
          </a:p>
          <a:p>
            <a:r>
              <a:rPr lang="en-IN" sz="2400" b="1" dirty="0" smtClean="0">
                <a:solidFill>
                  <a:schemeClr val="accent6">
                    <a:lumMod val="10000"/>
                  </a:schemeClr>
                </a:solidFill>
              </a:rPr>
              <a:t>It also provides features like access </a:t>
            </a:r>
            <a:r>
              <a:rPr lang="en-IN" sz="2400" b="1" dirty="0" err="1" smtClean="0">
                <a:solidFill>
                  <a:schemeClr val="accent6">
                    <a:lumMod val="10000"/>
                  </a:schemeClr>
                </a:solidFill>
              </a:rPr>
              <a:t>control,wikis</a:t>
            </a:r>
            <a:r>
              <a:rPr lang="en-IN" sz="2400" b="1" dirty="0" smtClean="0">
                <a:solidFill>
                  <a:schemeClr val="accent6">
                    <a:lumMod val="10000"/>
                  </a:schemeClr>
                </a:solidFill>
              </a:rPr>
              <a:t>, task management and bug tracking and feature request for every project.</a:t>
            </a:r>
            <a:endParaRPr lang="en-IN" sz="2400" b="1" dirty="0" smtClean="0">
              <a:solidFill>
                <a:schemeClr val="accent6">
                  <a:lumMod val="10000"/>
                </a:schemeClr>
              </a:solidFill>
            </a:endParaRPr>
          </a:p>
          <a:p>
            <a:endParaRPr lang="en-IN" sz="2400" b="1" dirty="0" smtClean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05711" y="6629401"/>
            <a:ext cx="1388193" cy="228599"/>
          </a:xfrm>
        </p:spPr>
        <p:txBody>
          <a:bodyPr/>
          <a:lstStyle/>
          <a:p>
            <a:fld id="{DC3652D8-F767-4BD7-9E8C-64F11972084E}" type="datetime3">
              <a:rPr lang="en-US" smtClean="0"/>
              <a:pPr/>
              <a:t>1 December 2014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rgbClr val="000000"/>
                </a:solidFill>
              </a:rPr>
              <a:t>Development started in 1 Oct 2007 and was officially launched in April 2008 by Tom Preston – Werner, Chris </a:t>
            </a:r>
            <a:r>
              <a:rPr lang="en-IN" b="1" dirty="0" err="1" smtClean="0">
                <a:solidFill>
                  <a:srgbClr val="000000"/>
                </a:solidFill>
              </a:rPr>
              <a:t>Wanstrath</a:t>
            </a:r>
            <a:r>
              <a:rPr lang="en-IN" b="1" dirty="0" smtClean="0">
                <a:solidFill>
                  <a:srgbClr val="000000"/>
                </a:solidFill>
              </a:rPr>
              <a:t>, and PF </a:t>
            </a:r>
            <a:r>
              <a:rPr lang="en-IN" b="1" dirty="0" err="1" smtClean="0">
                <a:solidFill>
                  <a:srgbClr val="000000"/>
                </a:solidFill>
              </a:rPr>
              <a:t>Hyett</a:t>
            </a:r>
            <a:endParaRPr lang="en-IN" b="1" dirty="0" smtClean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rgbClr val="000000"/>
                </a:solidFill>
              </a:rPr>
              <a:t>Git hub can be accessed and manipulated using standard git command-</a:t>
            </a:r>
            <a:r>
              <a:rPr lang="en-IN" b="1" dirty="0" err="1" smtClean="0">
                <a:solidFill>
                  <a:srgbClr val="000000"/>
                </a:solidFill>
              </a:rPr>
              <a:t>lin</a:t>
            </a:r>
            <a:r>
              <a:rPr lang="en-IN" b="1" dirty="0" smtClean="0">
                <a:solidFill>
                  <a:srgbClr val="000000"/>
                </a:solidFill>
              </a:rPr>
              <a:t> interface</a:t>
            </a:r>
            <a:endParaRPr lang="en-IN" b="1" dirty="0" smtClean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200" dirty="0" smtClean="0">
                <a:latin typeface="+mj-lt"/>
              </a:rPr>
              <a:t>History of </a:t>
            </a:r>
            <a:r>
              <a:rPr lang="en-US" sz="3200" dirty="0" err="1" smtClean="0">
                <a:latin typeface="+mj-lt"/>
              </a:rPr>
              <a:t>Git</a:t>
            </a:r>
            <a:r>
              <a:rPr lang="en-US" sz="3200" dirty="0" smtClean="0">
                <a:latin typeface="+mj-lt"/>
              </a:rPr>
              <a:t> hub</a:t>
            </a:r>
            <a:endParaRPr lang="en-IN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j-lt"/>
              </a:rPr>
              <a:t>Application Window</a:t>
            </a:r>
            <a:endParaRPr lang="en-IN" sz="32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9" name="Picture 2" descr="D:\New folder (3)\git1_2_distributed-vcs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459" y="1111624"/>
            <a:ext cx="7476565" cy="52779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3084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2 December 2014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162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link of </a:t>
            </a:r>
            <a:r>
              <a:rPr lang="en-US" dirty="0" err="1" smtClean="0"/>
              <a:t>Git</a:t>
            </a:r>
            <a:r>
              <a:rPr lang="en-US" dirty="0" smtClean="0"/>
              <a:t> for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http://msysgit.github.io/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+mj-lt"/>
              </a:rPr>
              <a:t>Masters</a:t>
            </a:r>
            <a:endParaRPr lang="en-IN" sz="32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7" name="Content Placeholder 7" descr="axure master captur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690" y="1129353"/>
            <a:ext cx="8229600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7547" y="4735774"/>
            <a:ext cx="855714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+mj-lt"/>
              </a:rPr>
              <a:t>After you have created the master, you can drag and drop it in any page. It will set to the location specified in the master page.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+mj-lt"/>
              </a:rPr>
              <a:t> Any changes in the master will automatically reflect in all the pages which contain the master</a:t>
            </a:r>
            <a:r>
              <a:rPr lang="en-US" dirty="0" smtClean="0">
                <a:latin typeface="Garamond" pitchFamily="18" charset="0"/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j-lt"/>
              </a:rPr>
              <a:t>Dynamic Panels</a:t>
            </a:r>
            <a:endParaRPr lang="en-IN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56402"/>
            <a:ext cx="8610600" cy="1272649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Select a Image or any widget for which you wish to create a dynamic panel.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 Cover that widget with the dynamic panel.</a:t>
            </a:r>
            <a:endParaRPr lang="en-IN" dirty="0" smtClean="0">
              <a:solidFill>
                <a:srgbClr val="000000"/>
              </a:solidFill>
            </a:endParaRPr>
          </a:p>
          <a:p>
            <a:pPr>
              <a:buNone/>
            </a:pPr>
            <a:endParaRPr lang="en-I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7" name="Content Placeholder 4" descr="Dynamic panel captur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957" y="2152934"/>
            <a:ext cx="8229600" cy="3729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263" y="5854890"/>
            <a:ext cx="70558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+mj-lt"/>
              </a:rPr>
              <a:t> The interactions can also be provided for widgets.</a:t>
            </a:r>
            <a:endParaRPr lang="en-IN" sz="2000" dirty="0" smtClean="0">
              <a:solidFill>
                <a:srgbClr val="000000"/>
              </a:solidFill>
              <a:latin typeface="+mj-lt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j-lt"/>
              </a:rPr>
              <a:t>Page Interactions for Dynamic panel</a:t>
            </a:r>
            <a:endParaRPr lang="en-IN" sz="32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8" name="Content Placeholder 6" descr="Dynamic interacti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64549" y="1189464"/>
            <a:ext cx="7221784" cy="47704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/>
            <a:r>
              <a:rPr lang="en-US" sz="3200" dirty="0" smtClean="0">
                <a:latin typeface="+mj-lt"/>
              </a:rPr>
              <a:t>Dynamic Web Pages</a:t>
            </a:r>
            <a:endParaRPr lang="en-US" sz="3200" dirty="0">
              <a:solidFill>
                <a:schemeClr val="bg2">
                  <a:lumMod val="10000"/>
                </a:schemeClr>
              </a:solidFill>
              <a:latin typeface="+mj-lt"/>
              <a:ea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 err="1" smtClean="0"/>
              <a:t>Hinduja</a:t>
            </a:r>
            <a:r>
              <a:rPr lang="fr-FR" dirty="0" smtClean="0"/>
              <a:t> Tech Limited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B9AA-D3D2-42F1-ACBD-7DFE6F34393A}" type="datetime3">
              <a:rPr lang="en-US" smtClean="0"/>
              <a:pPr/>
              <a:t>1 December 2014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723332" y="1080371"/>
            <a:ext cx="7026275" cy="884906"/>
          </a:xfrm>
        </p:spPr>
        <p:txBody>
          <a:bodyPr anchor="t">
            <a:norm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+mj-lt"/>
              </a:rPr>
              <a:t>Consider a basic login page with username and password authentication  and then redirect to page 1</a:t>
            </a:r>
            <a:endParaRPr lang="en-IN" dirty="0" smtClean="0">
              <a:solidFill>
                <a:srgbClr val="000000"/>
              </a:solidFill>
              <a:latin typeface="+mj-lt"/>
            </a:endParaRPr>
          </a:p>
          <a:p>
            <a:pPr lvl="1">
              <a:buNone/>
            </a:pPr>
            <a:endParaRPr lang="en-IN" sz="2200" dirty="0" smtClean="0">
              <a:solidFill>
                <a:schemeClr val="accent6">
                  <a:lumMod val="10000"/>
                </a:schemeClr>
              </a:solidFill>
            </a:endParaRPr>
          </a:p>
          <a:p>
            <a:endParaRPr lang="en-US" sz="2400" b="1" dirty="0" smtClean="0">
              <a:solidFill>
                <a:schemeClr val="accent6">
                  <a:lumMod val="10000"/>
                </a:schemeClr>
              </a:solidFill>
            </a:endParaRPr>
          </a:p>
          <a:p>
            <a:pPr>
              <a:buNone/>
            </a:pPr>
            <a:endParaRPr lang="en-US" sz="2400" dirty="0" smtClean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8" name="Content Placeholder 7" descr="dynamic page captur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0" y="2108199"/>
            <a:ext cx="8229600" cy="425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116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j-lt"/>
              </a:rPr>
              <a:t>Widget Interaction</a:t>
            </a:r>
            <a:endParaRPr lang="en-US" sz="32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52D8-F767-4BD7-9E8C-64F11972084E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7" name="Content Placeholder 12" descr="widget interacti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214651"/>
            <a:ext cx="8229600" cy="474164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 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5"/>
            <a:ext cx="8610600" cy="1122523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Global variables allows to store value in a variable and use it as and when required in some other page or in the same page.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Under “Projects” tab, Select  “Global variables”</a:t>
            </a: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7" name="Picture 6" descr="Global variable axure captur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96882" y="2502894"/>
            <a:ext cx="4467849" cy="3762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j-lt"/>
              </a:rPr>
              <a:t>Team Project</a:t>
            </a:r>
            <a:endParaRPr lang="en-IN" sz="3200" dirty="0">
              <a:latin typeface="+mj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000000"/>
                </a:solidFill>
                <a:latin typeface="+mj-lt"/>
              </a:rPr>
              <a:t>Under Team (pro) tab, you can either create a new team project or get an team project created by another person.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000000"/>
                </a:solidFill>
                <a:latin typeface="+mj-lt"/>
              </a:rPr>
              <a:t>This is similar to SVN.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000000"/>
                </a:solidFill>
                <a:latin typeface="+mj-lt"/>
              </a:rPr>
              <a:t>We have a team directory which contains the main project and a local copy which is for our work. we can “check out” the pages which we wish to work and then “check in” to apply all changes to our main project.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3200" dirty="0" smtClean="0">
                <a:latin typeface="+mj-lt"/>
              </a:rPr>
              <a:t>Run and Publish Project</a:t>
            </a:r>
            <a:endParaRPr lang="en-US" sz="3200" b="0" dirty="0">
              <a:solidFill>
                <a:schemeClr val="bg2">
                  <a:lumMod val="10000"/>
                </a:schemeClr>
              </a:solidFill>
              <a:latin typeface="+mj-lt"/>
              <a:ea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 err="1" smtClean="0"/>
              <a:t>Hinduja</a:t>
            </a:r>
            <a:r>
              <a:rPr lang="fr-FR" dirty="0" smtClean="0"/>
              <a:t> Tech Limited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B9AA-D3D2-42F1-ACBD-7DFE6F34393A}" type="datetime3">
              <a:rPr lang="en-US" smtClean="0"/>
              <a:pPr/>
              <a:t>1 December 2014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66649" y="1051508"/>
            <a:ext cx="8229600" cy="4119942"/>
          </a:xfrm>
          <a:prstGeom prst="rect">
            <a:avLst/>
          </a:prstGeom>
        </p:spPr>
        <p:txBody>
          <a:bodyPr vert="horz" lIns="0" tIns="45720" rIns="91440" bIns="45720" rtlCol="0">
            <a:normAutofit fontScale="85000" lnSpcReduction="10000"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Under “Publish” tab, “preview” option allows to view the project created.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To publish the project to “Axure Share”, select “publish to axure share”.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 If you have an “AxShare” account , then you can provide it and you will receive an URL for your project.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 Else you can create an account and then generate a url for your project.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This url can shared with others and your work can be viewed by them. </a:t>
            </a:r>
          </a:p>
        </p:txBody>
      </p:sp>
    </p:spTree>
    <p:extLst>
      <p:ext uri="{BB962C8B-B14F-4D97-AF65-F5344CB8AC3E}">
        <p14:creationId xmlns:p14="http://schemas.microsoft.com/office/powerpoint/2010/main" xmlns="" val="7116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3200" dirty="0" smtClean="0">
                <a:latin typeface="+mj-lt"/>
              </a:rPr>
              <a:t>Publish to Axure Share</a:t>
            </a:r>
            <a:endParaRPr lang="en-US" sz="3200" dirty="0">
              <a:latin typeface="+mj-lt"/>
              <a:ea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 err="1" smtClean="0"/>
              <a:t>Hinduja</a:t>
            </a:r>
            <a:r>
              <a:rPr lang="fr-FR" dirty="0" smtClean="0"/>
              <a:t> Tech Limited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B9AA-D3D2-42F1-ACBD-7DFE6F34393A}" type="datetime3">
              <a:rPr lang="en-US" smtClean="0"/>
              <a:pPr/>
              <a:t>1 December 2014</a:t>
            </a:fld>
            <a:endParaRPr lang="en-US" dirty="0"/>
          </a:p>
        </p:txBody>
      </p:sp>
      <p:pic>
        <p:nvPicPr>
          <p:cNvPr id="9" name="Picture 8" descr="AxShar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0728" y="1410965"/>
            <a:ext cx="4067743" cy="4620270"/>
          </a:xfrm>
          <a:prstGeom prst="rect">
            <a:avLst/>
          </a:prstGeom>
        </p:spPr>
      </p:pic>
      <p:pic>
        <p:nvPicPr>
          <p:cNvPr id="10" name="Picture 9" descr="publish axshar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76502" y="1409375"/>
            <a:ext cx="408679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116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REFERENCES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>
                <a:solidFill>
                  <a:schemeClr val="accent6">
                    <a:lumMod val="10000"/>
                  </a:schemeClr>
                </a:solidFill>
              </a:rPr>
              <a:t>https://try.github.io/levels/1/challenges/4</a:t>
            </a:r>
            <a:endParaRPr lang="en-IN" sz="2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374790-F9AF-4D56-936A-8A50F18D29B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smtClean="0"/>
              <a:t>Hinduja Tech Limited</a:t>
            </a:r>
            <a:endParaRPr lang="fr-F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B7D3-CF5F-4ED7-917B-88C27CF36D33}" type="datetime3">
              <a:rPr lang="en-US" smtClean="0"/>
              <a:pPr/>
              <a:t>1 December 2014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8"/>
          <p:cNvSpPr>
            <a:spLocks noChangeAspect="1" noChangeArrowheads="1" noTextEdit="1"/>
          </p:cNvSpPr>
          <p:nvPr/>
        </p:nvSpPr>
        <p:spPr bwMode="auto">
          <a:xfrm>
            <a:off x="453506" y="783194"/>
            <a:ext cx="8385695" cy="409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1385980" y="2937856"/>
            <a:ext cx="5254276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/>
            <a:endParaRPr lang="en-US" sz="3200" b="1" dirty="0">
              <a:solidFill>
                <a:srgbClr val="000099"/>
              </a:solidFill>
              <a:latin typeface="Garamond" pitchFamily="18" charset="0"/>
              <a:ea typeface="+mj-ea"/>
              <a:cs typeface="Arial" pitchFamily="34" charset="0"/>
            </a:endParaRPr>
          </a:p>
        </p:txBody>
      </p:sp>
      <p:pic>
        <p:nvPicPr>
          <p:cNvPr id="2051" name="Picture 3" descr="D:\Project Documents\Drupal\question 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3738" y="1828800"/>
            <a:ext cx="3263536" cy="326353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844955" y="2197290"/>
            <a:ext cx="3466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</a:rPr>
              <a:t>Questions???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" name="Date Placeholder 5"/>
          <p:cNvSpPr txBox="1">
            <a:spLocks/>
          </p:cNvSpPr>
          <p:nvPr/>
        </p:nvSpPr>
        <p:spPr>
          <a:xfrm>
            <a:off x="8101013" y="6629400"/>
            <a:ext cx="104298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FB9AA-D3D2-42F1-ACBD-7DFE6F34393A}" type="datetime3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December 2014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8"/>
          <p:cNvSpPr>
            <a:spLocks noChangeAspect="1" noChangeArrowheads="1" noTextEdit="1"/>
          </p:cNvSpPr>
          <p:nvPr/>
        </p:nvSpPr>
        <p:spPr bwMode="auto">
          <a:xfrm>
            <a:off x="453506" y="783194"/>
            <a:ext cx="8385695" cy="409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" name="Picture 2" descr="D:\Project Documents\Drupal\3240.thank-you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48" y="1976218"/>
            <a:ext cx="3997235" cy="3189460"/>
          </a:xfrm>
          <a:prstGeom prst="rect">
            <a:avLst/>
          </a:prstGeom>
          <a:noFill/>
        </p:spPr>
      </p:pic>
      <p:sp>
        <p:nvSpPr>
          <p:cNvPr id="4" name="Date Placeholder 5"/>
          <p:cNvSpPr txBox="1">
            <a:spLocks/>
          </p:cNvSpPr>
          <p:nvPr/>
        </p:nvSpPr>
        <p:spPr>
          <a:xfrm>
            <a:off x="8101013" y="6629400"/>
            <a:ext cx="104298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FB9AA-D3D2-42F1-ACBD-7DFE6F34393A}" type="datetime3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December 2014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O.n3RG5L0yJUCXhAJUlEg"/>
</p:tagLst>
</file>

<file path=ppt/theme/theme1.xml><?xml version="1.0" encoding="utf-8"?>
<a:theme xmlns:a="http://schemas.openxmlformats.org/drawingml/2006/main" name="1_Office Theme">
  <a:themeElements>
    <a:clrScheme name="Defiance Palette">
      <a:dk1>
        <a:srgbClr val="969696"/>
      </a:dk1>
      <a:lt1>
        <a:sysClr val="window" lastClr="FFFFFF"/>
      </a:lt1>
      <a:dk2>
        <a:srgbClr val="0066CC"/>
      </a:dk2>
      <a:lt2>
        <a:srgbClr val="EEECE1"/>
      </a:lt2>
      <a:accent1>
        <a:srgbClr val="4F81BD"/>
      </a:accent1>
      <a:accent2>
        <a:srgbClr val="00B0F0"/>
      </a:accent2>
      <a:accent3>
        <a:srgbClr val="0070C0"/>
      </a:accent3>
      <a:accent4>
        <a:srgbClr val="6265A4"/>
      </a:accent4>
      <a:accent5>
        <a:srgbClr val="4BACC6"/>
      </a:accent5>
      <a:accent6>
        <a:srgbClr val="99CCFF"/>
      </a:accent6>
      <a:hlink>
        <a:srgbClr val="808080"/>
      </a:hlink>
      <a:folHlink>
        <a:srgbClr val="C0C0C0"/>
      </a:folHlink>
    </a:clrScheme>
    <a:fontScheme name="defian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8198</TotalTime>
  <Words>621</Words>
  <Application>Microsoft Office PowerPoint</Application>
  <PresentationFormat>On-screen Show (4:3)</PresentationFormat>
  <Paragraphs>117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1_Office Theme</vt:lpstr>
      <vt:lpstr>Slide 1</vt:lpstr>
      <vt:lpstr>Agenda </vt:lpstr>
      <vt:lpstr>Introduction to GIT</vt:lpstr>
      <vt:lpstr>Introduction to Git Hub</vt:lpstr>
      <vt:lpstr>History of Git hub</vt:lpstr>
      <vt:lpstr>Application Window</vt:lpstr>
      <vt:lpstr>Slide 7</vt:lpstr>
      <vt:lpstr>Slide 8</vt:lpstr>
      <vt:lpstr>Slide 9</vt:lpstr>
      <vt:lpstr>Download link of Git for windows</vt:lpstr>
      <vt:lpstr>Masters</vt:lpstr>
      <vt:lpstr>Dynamic Panels</vt:lpstr>
      <vt:lpstr>Page Interactions for Dynamic panel</vt:lpstr>
      <vt:lpstr>Dynamic Web Pages</vt:lpstr>
      <vt:lpstr>Widget Interaction</vt:lpstr>
      <vt:lpstr>Global Variables</vt:lpstr>
      <vt:lpstr>Team Project</vt:lpstr>
      <vt:lpstr>Run and Publish Project</vt:lpstr>
      <vt:lpstr>Publish to Axure Share</vt:lpstr>
      <vt:lpstr>REFERENCES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14121</dc:creator>
  <cp:lastModifiedBy>krish</cp:lastModifiedBy>
  <cp:revision>608</cp:revision>
  <dcterms:created xsi:type="dcterms:W3CDTF">2012-08-01T11:56:45Z</dcterms:created>
  <dcterms:modified xsi:type="dcterms:W3CDTF">2014-12-01T18:31:14Z</dcterms:modified>
</cp:coreProperties>
</file>